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how repetitive alerts like high CPU, disk full, service down consume engineer time. Mention that 70% of production incidents follow known patterns with documented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selling point: combines AI intelligence with operational safety. Not fully autonomous — human approves before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flow step by step. Emphasize that each stage has failure handling and the pipeline never silently swallows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model routing decision tree. SIMPLE handles 70% of alerts at 10x cheaper cost. Only novel/P1 alerts hit the expensive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differentiator from fully autonomous systems. Every remediation passes through all 7 checks. The engine is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stack ordering dependency: Network → Data → Compute → Observability. All infra is IaC, no manual console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 Mode demo takes ~3 min for alarm to fire. Use pre-recorded backup if timing is tight. AI Mode is instant (Lambda direct invoke).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projected/measured metrics. MTTR assumes operator clicks approve within 1 minute of receiving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focuses on reducing human friction for well-known patterns. Phase 3 moves toward predictive and proactive healing.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AIOps Self-Healing Infrastructure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Automated Incident Remediation with Human-in-the-Loop</a:t>
            </a:r>
          </a:p>
          <a:p/>
          <a:p>
            <a:r>
              <a:t>Ravindra Yadav | Platform Engineering</a:t>
            </a:r>
          </a:p>
          <a:p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⏱️  Average MTTR: 30+ minutes for routine infrastructure issues</a:t>
            </a:r>
          </a:p>
          <a:p>
            <a:pPr>
              <a:spcBef>
                <a:spcPts val="600"/>
              </a:spcBef>
              <a:defRPr sz="1800"/>
            </a:pPr>
            <a:r>
              <a:t>😴  Alert fatigue: Operators drowning in repetitive incidents</a:t>
            </a:r>
          </a:p>
          <a:p>
            <a:pPr>
              <a:spcBef>
                <a:spcPts val="600"/>
              </a:spcBef>
              <a:defRPr sz="1800"/>
            </a:pPr>
            <a:r>
              <a:t>🔄  Same issues, same fixes — repeated manually every time</a:t>
            </a:r>
          </a:p>
          <a:p>
            <a:pPr>
              <a:spcBef>
                <a:spcPts val="600"/>
              </a:spcBef>
              <a:defRPr sz="1800"/>
            </a:pPr>
            <a:r>
              <a:t>💸  Engineering time wasted on known, solvable problems</a:t>
            </a:r>
          </a:p>
          <a:p>
            <a:pPr>
              <a:spcBef>
                <a:spcPts val="600"/>
              </a:spcBef>
              <a:defRPr sz="1800"/>
            </a:pPr>
            <a:r>
              <a:t>🌊  Alert storms overwhelm teams during outages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What if infrastructure could heal itself?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Self-Healing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Automated detection → analysis → remediation → verification</a:t>
            </a:r>
          </a:p>
          <a:p>
            <a:pPr>
              <a:spcBef>
                <a:spcPts val="600"/>
              </a:spcBef>
              <a:defRPr sz="1800"/>
            </a:pPr>
            <a:r>
              <a:t>🤖 AI reasoning (Amazon Bedrock) for unknown alert patterns</a:t>
            </a:r>
          </a:p>
          <a:p>
            <a:pPr>
              <a:spcBef>
                <a:spcPts val="600"/>
              </a:spcBef>
              <a:defRPr sz="1800"/>
            </a:pPr>
            <a:r>
              <a:t>📋 Rule-based matching for known patterns (Ansible playbooks)</a:t>
            </a:r>
          </a:p>
          <a:p>
            <a:pPr>
              <a:spcBef>
                <a:spcPts val="600"/>
              </a:spcBef>
              <a:defRPr sz="1800"/>
            </a:pPr>
            <a:r>
              <a:t>👤 Human-in-the-loop: Email approval before execution</a:t>
            </a:r>
          </a:p>
          <a:p>
            <a:pPr>
              <a:spcBef>
                <a:spcPts val="600"/>
              </a:spcBef>
              <a:defRPr sz="1800"/>
            </a:pPr>
            <a:r>
              <a:t>🛡️ 7-layer safety guardrails prevent harmful actions</a:t>
            </a:r>
          </a:p>
          <a:p>
            <a:pPr>
              <a:spcBef>
                <a:spcPts val="600"/>
              </a:spcBef>
              <a:defRPr sz="1800"/>
            </a:pPr>
            <a:r>
              <a:t>📊 Full observability: traces, metrics, audit trail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MTTR: 30 min → 3 min | Cost: 60-90% AI savings via model 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1️⃣  CloudWatch Alarm → SNS → Lambda → POST /webhook</a:t>
            </a:r>
          </a:p>
          <a:p>
            <a:pPr>
              <a:spcBef>
                <a:spcPts val="600"/>
              </a:spcBef>
              <a:defRPr sz="1800"/>
            </a:pPr>
            <a:r>
              <a:t>2️⃣  Storm Detection + Fleet Breaker (backpressure)</a:t>
            </a:r>
          </a:p>
          <a:p>
            <a:pPr>
              <a:spcBef>
                <a:spcPts val="600"/>
              </a:spcBef>
              <a:defRPr sz="1800"/>
            </a:pPr>
            <a:r>
              <a:t>3️⃣  Normalize → Enrich (asset context) → Match (playbook)</a:t>
            </a:r>
          </a:p>
          <a:p>
            <a:pPr>
              <a:spcBef>
                <a:spcPts val="600"/>
              </a:spcBef>
              <a:defRPr sz="1800"/>
            </a:pPr>
            <a:r>
              <a:t>4️⃣  If match: Email with 'Approve' button (Rule Mode)</a:t>
            </a:r>
          </a:p>
          <a:p>
            <a:pPr>
              <a:spcBef>
                <a:spcPts val="600"/>
              </a:spcBef>
              <a:defRPr sz="1800"/>
            </a:pPr>
            <a:r>
              <a:t>    If no match: Bedrock AI reasons → Email with suggestions (AI Mode)</a:t>
            </a:r>
          </a:p>
          <a:p>
            <a:pPr>
              <a:spcBef>
                <a:spcPts val="600"/>
              </a:spcBef>
              <a:defRPr sz="1800"/>
            </a:pPr>
            <a:r>
              <a:t>5️⃣  7 Guardrail Checks → Execute (Ansible via SSM)</a:t>
            </a:r>
          </a:p>
          <a:p>
            <a:pPr>
              <a:spcBef>
                <a:spcPts val="600"/>
              </a:spcBef>
              <a:defRPr sz="1800"/>
            </a:pPr>
            <a:r>
              <a:t>6️⃣  Baking Period → Verify fix → Record outcome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All stages traced (OpenTelemetry → X-Ray) with incident_id correlation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Two 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72C6"/>
                </a:solidFill>
              </a:defRPr>
            </a:pPr>
            <a:r>
              <a:t>🔧 Rule Mode (Known Issues)</a:t>
            </a:r>
          </a:p>
          <a:p>
            <a:pPr>
              <a:spcBef>
                <a:spcPts val="400"/>
              </a:spcBef>
              <a:defRPr sz="1400"/>
            </a:pPr>
            <a:r>
              <a:t>• Known alert pattern matched</a:t>
            </a:r>
          </a:p>
          <a:p>
            <a:pPr>
              <a:spcBef>
                <a:spcPts val="400"/>
              </a:spcBef>
              <a:defRPr sz="1400"/>
            </a:pPr>
            <a:r>
              <a:t>• Playbook exists (e.g. fix_high_cpu.yml)</a:t>
            </a:r>
          </a:p>
          <a:p>
            <a:pPr>
              <a:spcBef>
                <a:spcPts val="400"/>
              </a:spcBef>
              <a:defRPr sz="1400"/>
            </a:pPr>
            <a:r>
              <a:t>• Email: RCA + 'Approve' button</a:t>
            </a:r>
          </a:p>
          <a:p>
            <a:pPr>
              <a:spcBef>
                <a:spcPts val="400"/>
              </a:spcBef>
              <a:defRPr sz="1400"/>
            </a:pPr>
            <a:r>
              <a:t>• One click → Ansible executes fix</a:t>
            </a:r>
          </a:p>
          <a:p>
            <a:pPr>
              <a:spcBef>
                <a:spcPts val="400"/>
              </a:spcBef>
              <a:defRPr sz="1400"/>
            </a:pPr>
            <a:r>
              <a:t>• Automated verification post-fix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Example: HighCPUUsage → kill stress-ng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72C6"/>
                </a:solidFill>
              </a:defRPr>
            </a:pPr>
            <a:r>
              <a:t>🧠 AI Agent Mode (Novel Issues)</a:t>
            </a:r>
          </a:p>
          <a:p>
            <a:pPr>
              <a:spcBef>
                <a:spcPts val="400"/>
              </a:spcBef>
              <a:defRPr sz="1400"/>
            </a:pPr>
            <a:r>
              <a:t>• Unknown alert pattern</a:t>
            </a:r>
          </a:p>
          <a:p>
            <a:pPr>
              <a:spcBef>
                <a:spcPts val="400"/>
              </a:spcBef>
              <a:defRPr sz="1400"/>
            </a:pPr>
            <a:r>
              <a:t>• No matching playbook found</a:t>
            </a:r>
          </a:p>
          <a:p>
            <a:pPr>
              <a:spcBef>
                <a:spcPts val="400"/>
              </a:spcBef>
              <a:defRPr sz="1400"/>
            </a:pPr>
            <a:r>
              <a:t>• Bedrock AI analyzes the situation</a:t>
            </a:r>
          </a:p>
          <a:p>
            <a:pPr>
              <a:spcBef>
                <a:spcPts val="400"/>
              </a:spcBef>
              <a:defRPr sz="1400"/>
            </a:pPr>
            <a:r>
              <a:t>• Email: AI-generated suggestions</a:t>
            </a:r>
          </a:p>
          <a:p>
            <a:pPr>
              <a:spcBef>
                <a:spcPts val="400"/>
              </a:spcBef>
              <a:defRPr sz="1400"/>
            </a:pPr>
            <a:r>
              <a:t>• Operator resolves manually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Example: NetworkFloodDetected → AI suggests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Integration: Amazon Bedrock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🧠 Intelligent Model Router — Cost-optimized inference:</a:t>
            </a:r>
          </a:p>
          <a:p>
            <a:pPr>
              <a:spcBef>
                <a:spcPts val="600"/>
              </a:spcBef>
              <a:defRPr sz="1800"/>
            </a:pPr>
            <a:r>
              <a:t>    • SIMPLE (Nova Lite ~$0.0003): Known alerts, &gt;90% success</a:t>
            </a:r>
          </a:p>
          <a:p>
            <a:pPr>
              <a:spcBef>
                <a:spcPts val="600"/>
              </a:spcBef>
              <a:defRPr sz="1800"/>
            </a:pPr>
            <a:r>
              <a:t>    • MODERATE (Nova Pro ~$0.001): Mixed history, P2</a:t>
            </a:r>
          </a:p>
          <a:p>
            <a:pPr>
              <a:spcBef>
                <a:spcPts val="600"/>
              </a:spcBef>
              <a:defRPr sz="1800"/>
            </a:pPr>
            <a:r>
              <a:t>    • COMPLEX (Claude Sonnet ~$0.003): Novel, P1, all-failed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🔄 Auto-Escalation: If confidence &lt; 0.5, re-invoke with next tier</a:t>
            </a:r>
          </a:p>
          <a:p>
            <a:pPr>
              <a:spcBef>
                <a:spcPts val="600"/>
              </a:spcBef>
              <a:defRPr sz="1800"/>
            </a:pPr>
            <a:r>
              <a:t>⛓️ Fallback Chain: Sonnet → Nova Pro → Haiku → Nova Lite → Rules</a:t>
            </a:r>
          </a:p>
          <a:p>
            <a:pPr>
              <a:spcBef>
                <a:spcPts val="600"/>
              </a:spcBef>
              <a:defRPr sz="1800"/>
            </a:pPr>
            <a:r>
              <a:t>📚 Context: Up to 50 historical incidents fed into prompt</a:t>
            </a:r>
          </a:p>
          <a:p>
            <a:pPr>
              <a:spcBef>
                <a:spcPts val="600"/>
              </a:spcBef>
              <a:defRPr sz="1800"/>
            </a:pPr>
            <a:r>
              <a:t>🛡️ Bedrock Guardrails: Native content filtering (defense-in-depth)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Result: 60-90% cost reduction vs always using Claude Sonnet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7-Layer Safety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① Self-Protection — Never targets AIOps infrastructure</a:t>
            </a:r>
          </a:p>
          <a:p>
            <a:pPr>
              <a:spcBef>
                <a:spcPts val="600"/>
              </a:spcBef>
              <a:defRPr sz="1800"/>
            </a:pPr>
            <a:r>
              <a:t>② Maintenance Window — Defers during scheduled maintenance</a:t>
            </a:r>
          </a:p>
          <a:p>
            <a:pPr>
              <a:spcBef>
                <a:spcPts val="600"/>
              </a:spcBef>
              <a:defRPr sz="1800"/>
            </a:pPr>
            <a:r>
              <a:t>③ Circuit Breaker — Blocks after repeated host failures</a:t>
            </a:r>
          </a:p>
          <a:p>
            <a:pPr>
              <a:spcBef>
                <a:spcPts val="600"/>
              </a:spcBef>
              <a:defRPr sz="1800"/>
            </a:pPr>
            <a:r>
              <a:t>④ Concurrency Guard — One remediation per host at a time</a:t>
            </a:r>
          </a:p>
          <a:p>
            <a:pPr>
              <a:spcBef>
                <a:spcPts val="600"/>
              </a:spcBef>
              <a:defRPr sz="1800"/>
            </a:pPr>
            <a:r>
              <a:t>⑤ Blast Radius Classifier — Risk classification (LOW→CRITICAL)</a:t>
            </a:r>
          </a:p>
          <a:p>
            <a:pPr>
              <a:spcBef>
                <a:spcPts val="600"/>
              </a:spcBef>
              <a:defRPr sz="1800"/>
            </a:pPr>
            <a:r>
              <a:t>⑥ Health Checker — Verifies target is reachable via SSM</a:t>
            </a:r>
          </a:p>
          <a:p>
            <a:pPr>
              <a:spcBef>
                <a:spcPts val="600"/>
              </a:spcBef>
              <a:defRPr sz="1800"/>
            </a:pPr>
            <a:r>
              <a:t>⑦ Approval Gate — Human approval for HIGH/CRITICAL risk</a:t>
            </a:r>
          </a:p>
          <a:p>
            <a:pPr>
              <a:spcBef>
                <a:spcPts val="600"/>
              </a:spcBef>
              <a:defRPr sz="1800"/>
            </a:pPr>
            <a:r>
              <a:t>⑧ Plan Validator — Blocks dangerous AI-generated commands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Short-circuits on first DENY | 15s overall timeout = DENY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Infrastructure (6 CDK Stacks)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🌐 Network — VPC, 2 AZs, NAT GW, 7 VPC Endpoints</a:t>
            </a:r>
          </a:p>
          <a:p>
            <a:pPr>
              <a:spcBef>
                <a:spcPts val="600"/>
              </a:spcBef>
              <a:defRPr sz="1800"/>
            </a:pPr>
            <a:r>
              <a:t>💾 Data — DynamoDB (TTL, 3 GSIs), SQS+DLQ, ECR</a:t>
            </a:r>
          </a:p>
          <a:p>
            <a:pPr>
              <a:spcBef>
                <a:spcPts val="600"/>
              </a:spcBef>
              <a:defRPr sz="1800"/>
            </a:pPr>
            <a:r>
              <a:t>⚙️ Compute — ECS Fargate, API Gateway, Auto-Scaling</a:t>
            </a:r>
          </a:p>
          <a:p>
            <a:pPr>
              <a:spcBef>
                <a:spcPts val="600"/>
              </a:spcBef>
              <a:defRPr sz="1800"/>
            </a:pPr>
            <a:r>
              <a:t>👁️ Observability — Alarms, Dashboard, WAF, Synthetics, Budget</a:t>
            </a:r>
          </a:p>
          <a:p>
            <a:pPr>
              <a:spcBef>
                <a:spcPts val="600"/>
              </a:spcBef>
              <a:defRPr sz="1800"/>
            </a:pPr>
            <a:r>
              <a:t>📡 Monitoring — Amazon Managed Prometheus + ADOT Collector</a:t>
            </a:r>
          </a:p>
          <a:p>
            <a:pPr>
              <a:spcBef>
                <a:spcPts val="600"/>
              </a:spcBef>
              <a:defRPr sz="1800"/>
            </a:pPr>
            <a:r>
              <a:t>🎯 Simulation — EC2 target, break/fix SSM docs, alert Lambdas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Environment-driven: dev ($200/mo) | staging ($500) | prod ($2000)</a:t>
            </a:r>
          </a:p>
          <a:p>
            <a:pPr>
              <a:spcBef>
                <a:spcPts val="600"/>
              </a:spcBef>
              <a:defRPr sz="1800"/>
            </a:pPr>
            <a:r>
              <a:t>Deploy: npx aws-cdk@2 deploy --all --context environment=dev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Resilience &amp; Backpressure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72C6"/>
                </a:solidFill>
              </a:defRPr>
            </a:pPr>
            <a:r>
              <a:t>🌊 Backpressure</a:t>
            </a:r>
          </a:p>
          <a:p>
            <a:pPr>
              <a:spcBef>
                <a:spcPts val="400"/>
              </a:spcBef>
              <a:defRPr sz="1400"/>
            </a:pPr>
            <a:r>
              <a:t>• Storm Detector: Rate limit + grouping</a:t>
            </a:r>
          </a:p>
          <a:p>
            <a:pPr>
              <a:spcBef>
                <a:spcPts val="400"/>
              </a:spcBef>
              <a:defRPr sz="1400"/>
            </a:pPr>
            <a:r>
              <a:t>  50 alerts/min threshold</a:t>
            </a:r>
          </a:p>
          <a:p>
            <a:pPr>
              <a:spcBef>
                <a:spcPts val="400"/>
              </a:spcBef>
              <a:defRPr sz="1400"/>
            </a:pPr>
            <a:r>
              <a:t>  Groups by (alert+service)</a:t>
            </a:r>
          </a:p>
          <a:p>
            <a:pPr>
              <a:spcBef>
                <a:spcPts val="400"/>
              </a:spcBef>
              <a:defRPr sz="1400"/>
            </a:pPr>
            <a:r>
              <a:t>  HTTP 429 when overloaded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• Graceful Shutdown:</a:t>
            </a:r>
          </a:p>
          <a:p>
            <a:pPr>
              <a:spcBef>
                <a:spcPts val="400"/>
              </a:spcBef>
              <a:defRPr sz="1400"/>
            </a:pPr>
            <a:r>
              <a:t>  25s drain period</a:t>
            </a:r>
          </a:p>
          <a:p>
            <a:pPr>
              <a:spcBef>
                <a:spcPts val="400"/>
              </a:spcBef>
              <a:defRPr sz="1400"/>
            </a:pPr>
            <a:r>
              <a:t>  Release DynamoDB locks</a:t>
            </a:r>
          </a:p>
          <a:p>
            <a:pPr>
              <a:spcBef>
                <a:spcPts val="400"/>
              </a:spcBef>
              <a:defRPr sz="1400"/>
            </a:pPr>
            <a:r>
              <a:t>  SIGHUP config reload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72C6"/>
                </a:solidFill>
              </a:defRPr>
            </a:pPr>
            <a:r>
              <a:t>🔒 Safety</a:t>
            </a:r>
          </a:p>
          <a:p>
            <a:pPr>
              <a:spcBef>
                <a:spcPts val="400"/>
              </a:spcBef>
              <a:defRPr sz="1400"/>
            </a:pPr>
            <a:r>
              <a:t>• Fleet Circuit Breaker:</a:t>
            </a:r>
          </a:p>
          <a:p>
            <a:pPr>
              <a:spcBef>
                <a:spcPts val="400"/>
              </a:spcBef>
              <a:defRPr sz="1400"/>
            </a:pPr>
            <a:r>
              <a:t>  5 failures/5min → HALT ALL</a:t>
            </a:r>
          </a:p>
          <a:p>
            <a:pPr>
              <a:spcBef>
                <a:spcPts val="400"/>
              </a:spcBef>
              <a:defRPr sz="1400"/>
            </a:pPr>
            <a:r>
              <a:t>  10min cooldown</a:t>
            </a:r>
          </a:p>
          <a:p>
            <a:pPr>
              <a:spcBef>
                <a:spcPts val="400"/>
              </a:spcBef>
              <a:defRPr sz="1400"/>
            </a:pPr>
            <a:r>
              <a:t>  Adaptive ramp-up recovery</a:t>
            </a:r>
          </a:p>
          <a:p>
            <a:pPr>
              <a:spcBef>
                <a:spcPts val="400"/>
              </a:spcBef>
              <a:defRPr sz="1400"/>
            </a:pPr>
            <a:r>
              <a:t>  (1→2→4→8→max concurrent)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• Human-in-the-Loop:</a:t>
            </a:r>
          </a:p>
          <a:p>
            <a:pPr>
              <a:spcBef>
                <a:spcPts val="400"/>
              </a:spcBef>
              <a:defRPr sz="1400"/>
            </a:pPr>
            <a:r>
              <a:t>  HMAC-signed tokens (30min)</a:t>
            </a:r>
          </a:p>
          <a:p>
            <a:pPr>
              <a:spcBef>
                <a:spcPts val="400"/>
              </a:spcBef>
              <a:defRPr sz="1400"/>
            </a:pPr>
            <a:r>
              <a:t>  DynamoDB persistence</a:t>
            </a:r>
          </a:p>
          <a:p>
            <a:pPr>
              <a:spcBef>
                <a:spcPts val="400"/>
              </a:spcBef>
              <a:defRPr sz="1400"/>
            </a:pPr>
            <a:r>
              <a:t>  Anti-link-scanner (GET→POST)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Plan (10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DEMO 1 — Rule Mode (5 min):</a:t>
            </a:r>
          </a:p>
          <a:p>
            <a:pPr>
              <a:spcBef>
                <a:spcPts val="600"/>
              </a:spcBef>
              <a:defRPr sz="1800"/>
            </a:pPr>
            <a:r>
              <a:t>  ① Run: python demo/break_target.py --mode cpu --duration 600</a:t>
            </a:r>
          </a:p>
          <a:p>
            <a:pPr>
              <a:spcBef>
                <a:spcPts val="600"/>
              </a:spcBef>
              <a:defRPr sz="1800"/>
            </a:pPr>
            <a:r>
              <a:t>  ② Watch: CloudWatch detects CPU &gt; 80% → alarm fires</a:t>
            </a:r>
          </a:p>
          <a:p>
            <a:pPr>
              <a:spcBef>
                <a:spcPts val="600"/>
              </a:spcBef>
              <a:defRPr sz="1800"/>
            </a:pPr>
            <a:r>
              <a:t>  ③ Show: Email arrives with RCA + 'Approve' button</a:t>
            </a:r>
          </a:p>
          <a:p>
            <a:pPr>
              <a:spcBef>
                <a:spcPts val="600"/>
              </a:spcBef>
              <a:defRPr sz="1800"/>
            </a:pPr>
            <a:r>
              <a:t>  ④ Click approve → Ansible kills stress-ng → CPU drops</a:t>
            </a:r>
          </a:p>
          <a:p>
            <a:pPr>
              <a:spcBef>
                <a:spcPts val="600"/>
              </a:spcBef>
              <a:defRPr sz="1800"/>
            </a:pPr>
            <a:r>
              <a:t>  ⑤ Show: Audit log, metrics, incident in DynamoDB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DEMO 2 — AI Mode (5 min):</a:t>
            </a:r>
          </a:p>
          <a:p>
            <a:pPr>
              <a:spcBef>
                <a:spcPts val="600"/>
              </a:spcBef>
              <a:defRPr sz="1800"/>
            </a:pPr>
            <a:r>
              <a:t>  ① Invoke: aws lambda invoke --function-name aiops-network-alert-dev</a:t>
            </a:r>
          </a:p>
          <a:p>
            <a:pPr>
              <a:spcBef>
                <a:spcPts val="600"/>
              </a:spcBef>
              <a:defRPr sz="1800"/>
            </a:pPr>
            <a:r>
              <a:t>  ② Show: No matching playbook → AI Agent Mode activates</a:t>
            </a:r>
          </a:p>
          <a:p>
            <a:pPr>
              <a:spcBef>
                <a:spcPts val="600"/>
              </a:spcBef>
              <a:defRPr sz="1800"/>
            </a:pPr>
            <a:r>
              <a:t>  ③ Show: Bedrock Nova Pro generates analysis + suggestions</a:t>
            </a:r>
          </a:p>
          <a:p>
            <a:pPr>
              <a:spcBef>
                <a:spcPts val="600"/>
              </a:spcBef>
              <a:defRPr sz="1800"/>
            </a:pPr>
            <a:r>
              <a:t>  ④ Show: Email with AI-generated remediation steps</a:t>
            </a:r>
          </a:p>
          <a:p>
            <a:pPr>
              <a:spcBef>
                <a:spcPts val="600"/>
              </a:spcBef>
              <a:defRPr sz="1800"/>
            </a:pPr>
            <a:r>
              <a:t>  ⑤ Discuss: Model routing decision, cost, confidence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📉 MTTR Reduction: 30 min → 3 min (90% faster)</a:t>
            </a:r>
          </a:p>
          <a:p>
            <a:pPr>
              <a:spcBef>
                <a:spcPts val="600"/>
              </a:spcBef>
              <a:defRPr sz="1800"/>
            </a:pPr>
            <a:r>
              <a:t>💰 AI Cost: 60-90% reduction via intelligent model routing</a:t>
            </a:r>
          </a:p>
          <a:p>
            <a:pPr>
              <a:spcBef>
                <a:spcPts val="600"/>
              </a:spcBef>
              <a:defRPr sz="1800"/>
            </a:pPr>
            <a:r>
              <a:t>🛡️ Safety: 0 unintended actions (7-layer guardrails)</a:t>
            </a:r>
          </a:p>
          <a:p>
            <a:pPr>
              <a:spcBef>
                <a:spcPts val="600"/>
              </a:spcBef>
              <a:defRPr sz="1800"/>
            </a:pPr>
            <a:r>
              <a:t>📊 Coverage: 7 alert types auto-remediable (expandable)</a:t>
            </a:r>
          </a:p>
          <a:p>
            <a:pPr>
              <a:spcBef>
                <a:spcPts val="600"/>
              </a:spcBef>
              <a:defRPr sz="1800"/>
            </a:pPr>
            <a:r>
              <a:t>🔍 Observability: Full trace from alert to remediation</a:t>
            </a:r>
          </a:p>
          <a:p>
            <a:pPr>
              <a:spcBef>
                <a:spcPts val="600"/>
              </a:spcBef>
              <a:defRPr sz="1800"/>
            </a:pPr>
            <a:r>
              <a:t>⚡ Throughput: 50 concurrent pipelines, 10 concurrent executions</a:t>
            </a:r>
          </a:p>
          <a:p>
            <a:pPr>
              <a:spcBef>
                <a:spcPts val="600"/>
              </a:spcBef>
              <a:defRPr sz="1800"/>
            </a:pPr>
            <a:r>
              <a:t>🌊 Storm Resilient: Handles 50+ alerts/min without degradation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Test Coverage: &gt;80% (unit + property-based + CDK assertion)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🔜 Phase 2:</a:t>
            </a:r>
          </a:p>
          <a:p>
            <a:pPr>
              <a:spcBef>
                <a:spcPts val="600"/>
              </a:spcBef>
              <a:defRPr sz="1800"/>
            </a:pPr>
            <a:r>
              <a:t>  • Auto-approve for LOW risk + high-confidence patterns</a:t>
            </a:r>
          </a:p>
          <a:p>
            <a:pPr>
              <a:spcBef>
                <a:spcPts val="600"/>
              </a:spcBef>
              <a:defRPr sz="1800"/>
            </a:pPr>
            <a:r>
              <a:t>  • Slack integration (in addition to email)</a:t>
            </a:r>
          </a:p>
          <a:p>
            <a:pPr>
              <a:spcBef>
                <a:spcPts val="600"/>
              </a:spcBef>
              <a:defRPr sz="1800"/>
            </a:pPr>
            <a:r>
              <a:t>  • Multi-step remediation plans from AI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🔮 Phase 3:</a:t>
            </a:r>
          </a:p>
          <a:p>
            <a:pPr>
              <a:spcBef>
                <a:spcPts val="600"/>
              </a:spcBef>
              <a:defRPr sz="1800"/>
            </a:pPr>
            <a:r>
              <a:t>  • Predictive alerting (before incidents happen)</a:t>
            </a:r>
          </a:p>
          <a:p>
            <a:pPr>
              <a:spcBef>
                <a:spcPts val="600"/>
              </a:spcBef>
              <a:defRPr sz="1800"/>
            </a:pPr>
            <a:r>
              <a:t>  • Cross-service correlation (graph-based root cause)</a:t>
            </a:r>
          </a:p>
          <a:p>
            <a:pPr>
              <a:spcBef>
                <a:spcPts val="600"/>
              </a:spcBef>
              <a:defRPr sz="1800"/>
            </a:pPr>
            <a:r>
              <a:t>  • Self-learning playbook generation from AI outcomes</a:t>
            </a:r>
          </a:p>
          <a:p>
            <a:pPr>
              <a:spcBef>
                <a:spcPts val="600"/>
              </a:spcBef>
              <a:defRPr sz="1800"/>
            </a:pPr>
            <a:r>
              <a:t>  • Integration with PagerDuty/ServiceNow/Jira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GitHub: aiops-production-automation-ansible-agentic</a:t>
            </a:r>
          </a:p>
          <a:p>
            <a:r>
              <a:t>Contact: ravindya@in.ibm.com</a:t>
            </a:r>
          </a:p>
          <a:p/>
          <a:p>
            <a:r>
              <a:t>"Infrastructure that heals itself — with humans in the loop."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