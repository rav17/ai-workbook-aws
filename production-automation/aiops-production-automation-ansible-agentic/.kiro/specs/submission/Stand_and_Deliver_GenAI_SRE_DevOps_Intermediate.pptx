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30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AIOps Self-Healing Infrastructure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IBM Consulting Generative &amp; Agentic AI</a:t>
            </a:r>
            <a:br/>
            <a:r>
              <a:t>SRE/DevOps Engineer — Experienced Level</a:t>
            </a:r>
            <a:br/>
            <a:br/>
            <a:r>
              <a:t>Ravindra Yadav |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3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3048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1. Business Problem &amp; Client Need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2. IBM Generative &amp; Agentic AI Offering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3. Amazon Bedrock — AI Agent Implementation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4. Solution Architecture &amp; Work Products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5. Delivery Approach (IBM Garage, IaC, CI/CD)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6. Risks &amp; IBM Trustworthy AI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7. Demo: Rule Mode &amp; AI Agent Mode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3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3048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1.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Problem: SRE teams face alert fatigue, slow MTTR (15-30+ min), inconsistent remediation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Goal: Build an AI-powered self-healing platform that autonomously detects, diagnoses, and remediates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Approach: Two operating modes — Rule Mode (playbook match) + AI Agent Mode (Bedrock reasoning)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Key constraint: Human-in-the-loop approval for HIGH/CRITICAL risk actions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Target: Reduce MTTR from 30 min to &lt; 5 min with operator approval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3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3048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EC2 Target → CloudWatch Alarm → SNS → Lambda → ECS Fargate (Self-Healing Service)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Pipeline: Normalize → Enrich → Match Playbook → Guardrails → Execute → Notify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Rule Mode: Playbook found → Email with 'Approve' button → Click → Ansible executes fix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AI Mode: No playbook → Bedrock analyzes → Email with AI suggestions → Operator 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C757D"/>
                </a:solidFill>
              </a:defRPr>
            </a:pPr>
            <a:r>
              <a:t>6 CDK Stacks: Network | Data | Compute | Observability | Monitoring | Simulation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3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3048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2. IBM Generative &amp; Agentic AI Offering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AIOps for IT Operations — Automated incident detection, correlation, and resolution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Generative AI for SRE — LLMs for root cause analysis and remediation planning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Agentic AI Patterns — Autonomous agents with memory, reasoning, and confidence scoring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Aligns with IBM Consulting's 'Client First...with a Point of View' perspective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Demonstrates how Gen AI transforms reactive operations → proactive self-healing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3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3048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3. Amazon Bedrock — Strategic Partner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4-Model Fallback Chain: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  1. Claude 3 Sonnet → 2. Nova Pro → 3. Claude 3 Haiku → 4. Nova Lite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Agentic AI Pattern: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  • Memory: 50 historical incidents from DynamoDB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  • Reasoning: Structured prompts with context + excluded failed actions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  • Output: JSON RemediationPlan with confidence scores (0.0–1.0)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  • Escalation: P1 requires 80% confidence, others 70%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Graceful degradation: If all models fail → rule-based playbook matching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3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3048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Code: AI Reasoning Agent — Fallback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Multi-model invocation with retry, timeout, and graceful fallback: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657600"/>
            <a:ext cx="11247120" cy="2743200"/>
          </a:xfrm>
          <a:prstGeom prst="round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52400"/>
          <a:lstStyle/>
          <a:p>
            <a:pPr algn="ctr">
              <a:defRPr sz="1100">
                <a:solidFill>
                  <a:srgbClr val="2D2D2D"/>
                </a:solidFill>
                <a:latin typeface="Consolas"/>
              </a:defRPr>
            </a:pPr>
            <a:r>
              <a:t>models_to_try = [self._config.model_id] + [</a:t>
            </a:r>
            <a:br/>
            <a:r>
              <a:t>    m for m in self._config.FALLBACK_MODELS if m != self._config.model_id</a:t>
            </a:r>
            <a:br/>
            <a:r>
              <a:t>]</a:t>
            </a:r>
            <a:br/>
            <a:r>
              <a:t>for model_id in models_to_try:</a:t>
            </a:r>
            <a:br/>
            <a:r>
              <a:t>    for attempt in range(MAX_RETRIES + 1):</a:t>
            </a:r>
            <a:br/>
            <a:r>
              <a:t>        result = await asyncio.wait_for(</a:t>
            </a:r>
            <a:br/>
            <a:r>
              <a:t>            self._invoke_model(prompt, model_id=model_id),</a:t>
            </a:r>
            <a:br/>
            <a:r>
              <a:t>            timeout=REASONING_TIMEOUT_SECONDS,  # 30s</a:t>
            </a:r>
            <a:br/>
            <a:r>
              <a:t>        )</a:t>
            </a:r>
            <a:br/>
            <a:r>
              <a:t>        return result  # Success!</a:t>
            </a:r>
            <a:br/>
            <a:r>
              <a:t>raise TimeoutError('All models exhausted')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3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3048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Code: Prompt Engineering with Historical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Structured prompt with excluded failed actions and confidence scoring: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657600"/>
            <a:ext cx="11247120" cy="2743200"/>
          </a:xfrm>
          <a:prstGeom prst="round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52400"/>
          <a:lstStyle/>
          <a:p>
            <a:pPr algn="ctr">
              <a:defRPr sz="1100">
                <a:solidFill>
                  <a:srgbClr val="2D2D2D"/>
                </a:solidFill>
                <a:latin typeface="Consolas"/>
              </a:defRPr>
            </a:pPr>
            <a:r>
              <a:t>prompt = f"""You are an AI remediation agent.</a:t>
            </a:r>
            <a:br/>
            <a:br/>
            <a:r>
              <a:t>ALERT CONTEXT:</a:t>
            </a:r>
            <a:br/>
            <a:r>
              <a:t>- Alert: {alert_name} | Severity: {severity}</a:t>
            </a:r>
            <a:br/>
            <a:r>
              <a:t>- Service: {service_name} | Target: {target_resource}</a:t>
            </a:r>
            <a:br/>
            <a:br/>
            <a:r>
              <a:t>HISTORICAL CONTEXT ({included} incidents,</a:t>
            </a:r>
            <a:br/>
            <a:r>
              <a:t>  {success_count} successes, {failure_count} failures):</a:t>
            </a:r>
            <a:br/>
            <a:r>
              <a:t>{history_text}</a:t>
            </a:r>
            <a:br/>
            <a:br/>
            <a:r>
              <a:t>EXCLUDED ACTIONS (always failed): {excluded_actions}</a:t>
            </a:r>
            <a:br/>
            <a:br/>
            <a:r>
              <a:t>Respond with JSON: {{"action": "...",</a:t>
            </a:r>
            <a:br/>
            <a:r>
              <a:t>  "confidence": 0.0-1.0, "steps": [...]}}"""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3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3048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4. Key Work Products Delivered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1. AI Reasoning Agent — Bedrock integration, 4-model fallback, confidence scoring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2. 7-Layer Guardrail Safety Engine — Self-protection, circuit breaker, blast radius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3. Self-Healing Pipeline — 5-stage orchestrator, 50 concurrent pipelines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4. Email Approval System — SES, HTML RCA emails, token-based approval links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5. Concurrency Safety — Host locking, deduplication, priority queue, dependency graph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6. Infrastructure as Code — 6 CDK stacks (Python), environment-aware deployment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7. CI/CD Pipeline — GitHub Actions: lint → test → synth → build → scan → push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8. Operational Runbooks — 8 guides (DR, rollback, scale, incident response)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9. Ansible Playbooks — fix_high_cpu, restart_service, clear_disk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10. Test Suite — Unit, Property (Hypothesis), Integration, CDK, Load (Locust)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3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3048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Code: 7-Layer Guardrail Safety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Evaluation order with short-circuit semantics and 15-second timeout: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657600"/>
            <a:ext cx="11247120" cy="2743200"/>
          </a:xfrm>
          <a:prstGeom prst="round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lIns="152400"/>
          <a:lstStyle/>
          <a:p>
            <a:pPr algn="ctr">
              <a:defRPr sz="1100">
                <a:solidFill>
                  <a:srgbClr val="2D2D2D"/>
                </a:solidFill>
                <a:latin typeface="Consolas"/>
              </a:defRPr>
            </a:pPr>
            <a:r>
              <a:t>class GuardrailEngine:</a:t>
            </a:r>
            <a:br/>
            <a:r>
              <a:t>    # 1. Self-Protection</a:t>
            </a:r>
            <a:br/>
            <a:r>
              <a:t>    # 2. Maintenance Window</a:t>
            </a:r>
            <a:br/>
            <a:r>
              <a:t>    # 3. Circuit Breaker</a:t>
            </a:r>
            <a:br/>
            <a:r>
              <a:t>    # 4. Concurrency Guard</a:t>
            </a:r>
            <a:br/>
            <a:r>
              <a:t>    # 5. Blast Radius Classifier</a:t>
            </a:r>
            <a:br/>
            <a:r>
              <a:t>    # 6. Health Checker</a:t>
            </a:r>
            <a:br/>
            <a:r>
              <a:t>    # 7. Approval Gate</a:t>
            </a:r>
            <a:br/>
            <a:br/>
            <a:r>
              <a:t>    async def evaluate(self, action):</a:t>
            </a:r>
            <a:br/>
            <a:r>
              <a:t>        result = await asyncio.wait_for(</a:t>
            </a:r>
            <a:br/>
            <a:r>
              <a:t>            self._run_checks(action, checks_passed),</a:t>
            </a:r>
            <a:br/>
            <a:r>
              <a:t>            timeout=15,  # DENY on timeout</a:t>
            </a:r>
            <a:br/>
            <a:r>
              <a:t>        )</a:t>
            </a:r>
            <a:br/>
            <a:r>
              <a:t>        # Short-circuits on first non-ALLOW</a:t>
            </a:r>
            <a:br/>
            <a:r>
              <a:t>        for check in self._checks:</a:t>
            </a:r>
            <a:br/>
            <a:r>
              <a:t>            result = await check.check(action)</a:t>
            </a:r>
            <a:br/>
            <a:r>
              <a:t>            if result != ALLOW: return result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3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3048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5. Delivery Approach — IBM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IBM Garage Methodology — 6 iterative sprints: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  Sprint 1: Core pipeline | Sprint 2: AI agent | Sprint 3: Guardrails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  Sprint 4: Concurrency/Observability | Sprint 5: CI/CD &amp; IaC | Sprint 6: Runbooks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Architecture Decision Records: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  • Email over Slack (universal access)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  • Human-in-the-loop for HIGH/CRITICAL risk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  • SSM over SSH (no key management)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  • CloudWatch-native (reduced operational complexity)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Twelve-Factor App: Env vars, stateless Fargate, explicit deps, disposability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Observability-First: Structured JSON logging, Prometheus metrics, audit trails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3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3048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6. Risks &amp; IBM Trustworthy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Key Risks Addressed: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  • AI hallucination → Confidence thresholds + human approval gate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  • Blast radius → 7-layer guardrails, CRITICAL classification for DBs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  • Cascading failures → Circuit breaker + concurrency guard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  • Model unavailability → 4-model fallback chain + rule-based degradation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IBM Trustworthy AI Principles: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  • Transparency: Full audit trail (model used, confidence, reasoning, outcome)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  • Explainability: 2048-char reasoning explanation in approval emails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  • Robustness: Graceful degradation, 15s guardrail timeout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  • Governance: Human approval for HIGH/CRITICAL, protected hosts config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  • Safety: 'Do nothing' on failure, self-protection check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3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3048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7. Demo: Rule Mode — CloudWatch Alarm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941832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ADB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6C757D"/>
                </a:solidFill>
              </a:defRPr>
            </a:pPr>
            <a:r>
              <a:t>[INSERT SCREENSHOT HERE]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94360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2D2D2D"/>
                </a:solidFill>
              </a:defRPr>
            </a:pPr>
            <a:r>
              <a:t>CloudWatch CPU alarm triggered on target EC2 instance (stress-ng → CPU &gt; 80%)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3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3048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Demo: Rule Mode — Approval Email Received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941832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ADB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6C757D"/>
                </a:solidFill>
              </a:defRPr>
            </a:pPr>
            <a:r>
              <a:t>[INSERT SCREENSHOT HERE]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94360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2D2D2D"/>
                </a:solidFill>
              </a:defRPr>
            </a:pPr>
            <a:r>
              <a:t>Email with RCA, severity-coded alert, and 'Approve Auto-Remediation' button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3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3048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Demo: Rule Mode — Remediation Executed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941832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ADB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6C757D"/>
                </a:solidFill>
              </a:defRPr>
            </a:pPr>
            <a:r>
              <a:t>[INSERT SCREENSHOT HERE]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94360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2D2D2D"/>
                </a:solidFill>
              </a:defRPr>
            </a:pPr>
            <a:r>
              <a:t>After clicking Approve: Ansible playbook executed via SSM, CPU returns to normal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3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3048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Demo: AI Agent Mode — No Playbook Match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941832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ADB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6C757D"/>
                </a:solidFill>
              </a:defRPr>
            </a:pPr>
            <a:r>
              <a:t>[INSERT SCREENSHOT HERE]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94360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2D2D2D"/>
                </a:solidFill>
              </a:defRPr>
            </a:pPr>
            <a:r>
              <a:t>Alert triggered with no matching playbook (e.g., NetworkLatencyHigh)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3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3048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Demo: AI Agent Mode — AI-Generated Email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941832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ADB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6C757D"/>
                </a:solidFill>
              </a:defRPr>
            </a:pPr>
            <a:r>
              <a:t>[INSERT SCREENSHOT HERE]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94360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2D2D2D"/>
                </a:solidFill>
              </a:defRPr>
            </a:pPr>
            <a:r>
              <a:t>Email with Bedrock-generated root cause analysis and suggested remediation steps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3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3048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Demo: CloudWatch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941832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ADB5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6C757D"/>
                </a:solidFill>
              </a:defRPr>
            </a:pPr>
            <a:r>
              <a:t>[INSERT SCREENSHOT HERE]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94360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2D2D2D"/>
                </a:solidFill>
              </a:defRPr>
            </a:pPr>
            <a:r>
              <a:t>AIOps metrics — remediation success rate, AI latency, queue depth, ECS task count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3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3048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Built end-to-end Generative &amp; Agentic AI platform for SRE/DevOps operations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Amazon Bedrock (Claude + Nova) for intelligent root cause analysis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7-layer guardrail safety engine for Trustworthy AI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Human-in-the-loop approval via email for HIGH/CRITICAL actions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Production-grade: CI/CD, IaC (6 CDK stacks), observability, 8 runbooks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Impact: MTTR reduced from 30+ min to &lt; 5 min (with operator approval)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Delivered using IBM Garage Methodology and Trustworthy AI principles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30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Ravindra Yadav</a:t>
            </a:r>
            <a:br/>
            <a:r>
              <a:t>SRE/DevOps Engineer</a:t>
            </a:r>
            <a:br/>
            <a:r>
              <a:t>IBM Consulting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