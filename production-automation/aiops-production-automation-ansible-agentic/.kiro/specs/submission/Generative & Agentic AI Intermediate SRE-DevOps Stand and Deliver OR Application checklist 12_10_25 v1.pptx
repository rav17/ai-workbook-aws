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710" r:id="rId2"/>
    <p:sldMasterId id="2147483724" r:id="rId3"/>
  </p:sldMasterIdLst>
  <p:notesMasterIdLst>
    <p:notesMasterId r:id="rId9"/>
  </p:notesMasterIdLst>
  <p:sldIdLst>
    <p:sldId id="2147483645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58"/>
    <p:restoredTop sz="96327"/>
  </p:normalViewPr>
  <p:slideViewPr>
    <p:cSldViewPr snapToGrid="0">
      <p:cViewPr varScale="1">
        <p:scale>
          <a:sx n="78" d="100"/>
          <a:sy n="78" d="100"/>
        </p:scale>
        <p:origin x="6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2BE4FB-042B-054B-8611-A06F9658211E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DDE19B-E4B7-D54F-9BEC-0D2D60C4E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664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0007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31440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6044184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5316" y="6042370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8F6040-10C6-A4A5-7C1E-09A9F553C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183881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0"/>
            <a:ext cx="12192000" cy="6000750"/>
          </a:xfrm>
          <a:prstGeom prst="rect">
            <a:avLst/>
          </a:prstGeom>
          <a:solidFill>
            <a:srgbClr val="D9FBFB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10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7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28CADC67-06E4-9D0B-7A49-159C1E99D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6044184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AFC6AD-C46B-8438-C789-096006859E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5316" y="6042370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D12723-D775-EE21-95A9-8E6D8BA4DC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927884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A09496-D938-6EB1-106C-48C5E423EA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136549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998" y="6231636"/>
            <a:ext cx="5524575" cy="381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5E26C6-9CEF-2A61-0C64-FAACB68F53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086238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19" y="284957"/>
            <a:ext cx="5523781" cy="628729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049878" cy="52395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5CD4FC-3A11-28F6-09EF-9089FE9596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8888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05983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19" y="284957"/>
            <a:ext cx="5523781" cy="628729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763524"/>
            <a:ext cx="5049180" cy="4668838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288036"/>
            <a:ext cx="5049180" cy="285750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E0A3D1-7815-E46E-77D1-E2DC099B47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8888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288209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2477765" cy="2286794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430110" y="284957"/>
            <a:ext cx="2474590" cy="5715794"/>
          </a:xfrm>
        </p:spPr>
        <p:txBody>
          <a:bodyPr/>
          <a:lstStyle>
            <a:lvl1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6942693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1429544"/>
          </a:xfrm>
        </p:spPr>
        <p:txBody>
          <a:bodyPr rIns="457200"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131805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00" y="210312"/>
            <a:ext cx="8569797" cy="4095750"/>
          </a:xfrm>
        </p:spPr>
        <p:txBody>
          <a:bodyPr/>
          <a:lstStyle>
            <a:lvl1pPr>
              <a:defRPr sz="8598" b="0" i="0">
                <a:solidFill>
                  <a:srgbClr val="009D9A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76697187-0170-8894-23C9-28F80A0C3B2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076698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4953942" cy="1429544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2795" y="224028"/>
            <a:ext cx="5520318" cy="4287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 marL="292549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2pPr>
            <a:lvl3pPr marL="548530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3pPr>
            <a:lvl4pPr marL="877648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583058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210312"/>
            <a:ext cx="7330121" cy="48585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2510822-3D1B-0CFC-3FF0-1E55DA550F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824698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998" y="4649724"/>
            <a:ext cx="5524575" cy="177165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12897" b="0" i="0">
                <a:solidFill>
                  <a:srgbClr val="3DDBD9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↗︎00M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0919" y="4648200"/>
            <a:ext cx="5523781" cy="177165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12897" b="0" i="0">
                <a:solidFill>
                  <a:srgbClr val="3DDBD9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0919" y="288036"/>
            <a:ext cx="3809504" cy="3144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288036"/>
            <a:ext cx="3811091" cy="3144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/>
          <p:nvPr userDrawn="1"/>
        </p:nvCxnSpPr>
        <p:spPr bwMode="auto">
          <a:xfrm>
            <a:off x="609600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Slide Number">
            <a:extLst>
              <a:ext uri="{FF2B5EF4-FFF2-40B4-BE49-F238E27FC236}">
                <a16:creationId xmlns:a16="http://schemas.microsoft.com/office/drawing/2014/main" id="{160DC6C8-AF18-F14B-A164-C49B271F59A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87790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032CB1-E37D-BFF2-7ECC-E4DE4571AD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19" y="0"/>
            <a:ext cx="3060301" cy="685800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3301" y="213241"/>
            <a:ext cx="2474590" cy="953294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rgbClr val="3DDBD9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28523" y="214827"/>
            <a:ext cx="2474590" cy="951707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rgbClr val="3DDBD9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214884"/>
            <a:ext cx="2475384" cy="953956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rgbClr val="3DDBD9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42954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021388"/>
            <a:ext cx="2475384" cy="5715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166534"/>
            <a:ext cx="2475384" cy="483652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167327"/>
            <a:ext cx="2476178" cy="483342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166534"/>
            <a:ext cx="2476178" cy="483342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13772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/>
          <p:nvPr userDrawn="1"/>
        </p:nvCxnSpPr>
        <p:spPr bwMode="auto">
          <a:xfrm>
            <a:off x="284126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300" y="201168"/>
            <a:ext cx="2474590" cy="266779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rgbClr val="3DDBD9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201168"/>
            <a:ext cx="5523781" cy="26677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1pPr>
            <a:lvl2pPr marL="393113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2pPr>
            <a:lvl3pPr marL="749658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3pPr>
            <a:lvl4pPr marL="1142771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7300" y="3238500"/>
            <a:ext cx="2474590" cy="2667000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rgbClr val="3DDBD9"/>
                </a:solidFill>
              </a:defRPr>
            </a:lvl1pPr>
            <a:lvl2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316" y="3238500"/>
            <a:ext cx="5523781" cy="2667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1pPr>
            <a:lvl2pPr marL="393113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2pPr>
            <a:lvl3pPr marL="749658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3pPr>
            <a:lvl4pPr marL="1142771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3EE9E1A-5619-752E-836B-A127FD2C7D7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017703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3333316" y="4095750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3333316" y="2000250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205740"/>
            <a:ext cx="2475384" cy="1429544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rgbClr val="3DDBD9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42954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021388"/>
            <a:ext cx="2475384" cy="5715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8036"/>
            <a:ext cx="3809504" cy="1429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2190750"/>
            <a:ext cx="3809504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4286250"/>
            <a:ext cx="3809504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33316" y="2093976"/>
            <a:ext cx="2475384" cy="1428753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rgbClr val="3DDBD9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33317" y="4201668"/>
            <a:ext cx="2475383" cy="1428753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rgbClr val="3DDBD9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022EFDDC-A614-EFF6-CE30-E60F4DB9F7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40154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78A9E4F-B41B-2A68-ED74-D619432AAB2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974112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EB9758-08C9-C315-1B93-9AD0D2620BEF}"/>
              </a:ext>
            </a:extLst>
          </p:cNvPr>
          <p:cNvSpPr/>
          <p:nvPr userDrawn="1"/>
        </p:nvSpPr>
        <p:spPr bwMode="auto">
          <a:xfrm>
            <a:off x="9142810" y="1382233"/>
            <a:ext cx="3049121" cy="5475082"/>
          </a:xfrm>
          <a:prstGeom prst="rect">
            <a:avLst/>
          </a:prstGeom>
          <a:solidFill>
            <a:srgbClr val="3DDBD9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10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7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778776-BDF7-E8E6-4E79-950B1541057E}"/>
              </a:ext>
            </a:extLst>
          </p:cNvPr>
          <p:cNvSpPr/>
          <p:nvPr userDrawn="1"/>
        </p:nvSpPr>
        <p:spPr bwMode="auto">
          <a:xfrm>
            <a:off x="6093177" y="1382233"/>
            <a:ext cx="3049121" cy="5475082"/>
          </a:xfrm>
          <a:prstGeom prst="rect">
            <a:avLst/>
          </a:prstGeom>
          <a:solidFill>
            <a:srgbClr val="9EF0F0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10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7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F3DD88-7A8A-7FBC-C353-13A0B8F6A832}"/>
              </a:ext>
            </a:extLst>
          </p:cNvPr>
          <p:cNvSpPr/>
          <p:nvPr userDrawn="1"/>
        </p:nvSpPr>
        <p:spPr bwMode="auto">
          <a:xfrm>
            <a:off x="3063292" y="1382233"/>
            <a:ext cx="3049121" cy="5475082"/>
          </a:xfrm>
          <a:prstGeom prst="rect">
            <a:avLst/>
          </a:prstGeom>
          <a:solidFill>
            <a:srgbClr val="D9FBFB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10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7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3202AB-2E2E-B9FF-5B2B-D503B0CA23B6}"/>
              </a:ext>
            </a:extLst>
          </p:cNvPr>
          <p:cNvSpPr/>
          <p:nvPr userDrawn="1"/>
        </p:nvSpPr>
        <p:spPr bwMode="auto">
          <a:xfrm>
            <a:off x="0" y="1393551"/>
            <a:ext cx="3061266" cy="5475082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10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7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3316" y="288036"/>
            <a:ext cx="2477765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239EA8E-6B4C-405F-E7F6-ABB450E071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9681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B52D7E1-3828-A1B9-9239-637B1E2A543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867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3316" y="288036"/>
            <a:ext cx="2477765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239EA8E-6B4C-405F-E7F6-ABB450E071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9681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1714500"/>
            <a:ext cx="0" cy="42862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6093683" y="1714500"/>
            <a:ext cx="0" cy="4288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9142810" y="1714500"/>
            <a:ext cx="0" cy="4288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DB52D7E1-3828-A1B9-9239-637B1E2A543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31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3316" y="288036"/>
            <a:ext cx="2477765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B96005D4-0874-989F-217D-8A2592F81D5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696032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048544"/>
          </a:xfrm>
        </p:spPr>
        <p:txBody>
          <a:bodyPr/>
          <a:lstStyle>
            <a:lvl1pPr>
              <a:lnSpc>
                <a:spcPct val="110000"/>
              </a:lnSpc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714500"/>
            <a:ext cx="2477765" cy="20002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185" y="1714500"/>
            <a:ext cx="247073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1714500"/>
            <a:ext cx="2476177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33316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7345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428522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D695107-5427-4D2D-F88F-89BA74127CBF}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3B07B4A-5DB5-8126-EA79-502787053E82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829559-0A72-8826-E06A-C6CCD39750A4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Slide Number">
            <a:extLst>
              <a:ext uri="{FF2B5EF4-FFF2-40B4-BE49-F238E27FC236}">
                <a16:creationId xmlns:a16="http://schemas.microsoft.com/office/drawing/2014/main" id="{D2A45AB7-102C-FBDF-94FD-99783B6A5A1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373210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9C7F715-F99C-CC95-61F3-F548AEC0DF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6096000" cy="68588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2474590" cy="570706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5047593" cy="4286250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2554" y="192024"/>
            <a:ext cx="2477765" cy="57070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C3B405E-94D1-4A09-C6BF-A66D9CBEF63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471321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3711980" cy="95329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714500"/>
            <a:ext cx="5049180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1714500"/>
            <a:ext cx="5047593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8EC09FB-402F-F3CE-E1D2-51583F1BCC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009582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2193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0919" y="288036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28522" y="288036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7A51FE3-0F54-1487-47B4-164B5B802CA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364190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288036"/>
            <a:ext cx="2476178" cy="2286794"/>
          </a:xfrm>
        </p:spPr>
        <p:txBody>
          <a:bodyPr/>
          <a:lstStyle>
            <a:lvl1pPr>
              <a:lnSpc>
                <a:spcPct val="10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45FF4F8-7F82-E9C2-8046-C791019E169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315797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14233F6-20F7-2E26-93FB-27E16EDB44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6096000" cy="68588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19019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010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BFC0CA6-CE6F-D94C-2967-FBF2240020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862259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8E82705-7625-6B3A-2BAF-8E1F5D6179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048000" cy="68588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288036"/>
            <a:ext cx="2474591" cy="2286794"/>
          </a:xfrm>
        </p:spPr>
        <p:txBody>
          <a:bodyPr rIns="0"/>
          <a:lstStyle>
            <a:lvl1pPr>
              <a:lnSpc>
                <a:spcPct val="10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1697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CF1D655-1791-BEF3-D8AA-E589057E73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300761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2474590" cy="570707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2988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30591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4142" y="192024"/>
            <a:ext cx="2477765" cy="57070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1400"/>
            </a:lvl2pPr>
            <a:lvl3pPr>
              <a:lnSpc>
                <a:spcPct val="90000"/>
              </a:lnSpc>
              <a:spcBef>
                <a:spcPts val="0"/>
              </a:spcBef>
              <a:defRPr sz="1400"/>
            </a:lvl3pPr>
            <a:lvl4pPr>
              <a:lnSpc>
                <a:spcPct val="90000"/>
              </a:lnSpc>
              <a:spcBef>
                <a:spcPts val="0"/>
              </a:spcBef>
              <a:defRPr sz="1400"/>
            </a:lvl4pPr>
            <a:lvl5pPr>
              <a:lnSpc>
                <a:spcPct val="9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380919" y="288036"/>
            <a:ext cx="607997" cy="607231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9428522" y="288036"/>
            <a:ext cx="608843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2744BD-C7A4-D538-2E19-AA279C025A21}"/>
              </a:ext>
            </a:extLst>
          </p:cNvPr>
          <p:cNvCxnSpPr/>
          <p:nvPr userDrawn="1"/>
        </p:nvCxnSpPr>
        <p:spPr bwMode="auto">
          <a:xfrm>
            <a:off x="609368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DCE883F-3781-7F7E-8236-8BB5CEBAD77C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Slide Number">
            <a:extLst>
              <a:ext uri="{FF2B5EF4-FFF2-40B4-BE49-F238E27FC236}">
                <a16:creationId xmlns:a16="http://schemas.microsoft.com/office/drawing/2014/main" id="{FE28AB83-26B6-464D-000B-077BBC1886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309248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239012"/>
            <a:ext cx="3334903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1238250"/>
            <a:ext cx="3333316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998" y="4192524"/>
            <a:ext cx="3334904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20" y="4191000"/>
            <a:ext cx="3333316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87998" y="28803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0919" y="28803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87998" y="323697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80919" y="3238500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 dirty="0"/>
              <a:t>Pictogram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A530A6-2F26-DA70-D0D9-6DD90453CEC1}"/>
              </a:ext>
            </a:extLst>
          </p:cNvPr>
          <p:cNvCxnSpPr/>
          <p:nvPr userDrawn="1"/>
        </p:nvCxnSpPr>
        <p:spPr bwMode="auto">
          <a:xfrm>
            <a:off x="6095206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5483A0-0E31-72CE-21C3-6248FAEBC09A}"/>
              </a:ext>
            </a:extLst>
          </p:cNvPr>
          <p:cNvCxnSpPr/>
          <p:nvPr userDrawn="1"/>
        </p:nvCxnSpPr>
        <p:spPr bwMode="auto">
          <a:xfrm>
            <a:off x="284126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Slide Number">
            <a:extLst>
              <a:ext uri="{FF2B5EF4-FFF2-40B4-BE49-F238E27FC236}">
                <a16:creationId xmlns:a16="http://schemas.microsoft.com/office/drawing/2014/main" id="{FDDCE3A8-54F6-70FC-38D0-2AF2D8AB71E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956240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FEB9FC-A5F2-8907-8DB6-1B9D18FE3D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6096000" cy="68588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841248"/>
            <a:ext cx="2857128" cy="1138428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1681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99" y="288036"/>
            <a:ext cx="2477765" cy="570706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CE92126-B67C-8301-95D0-A821B8043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342898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D2EC16-A45A-0F46-E520-900B18D4FE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6096000" cy="68588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763524"/>
            <a:ext cx="5521401" cy="1138428"/>
          </a:xfrm>
        </p:spPr>
        <p:txBody>
          <a:bodyPr rIns="457200"/>
          <a:lstStyle>
            <a:lvl1pPr>
              <a:lnSpc>
                <a:spcPct val="11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4957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4957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99" y="288036"/>
            <a:ext cx="2477765" cy="224028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648770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08275BC-4F7B-2C48-5FDB-2EE8E9DA8B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5766" cy="30302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7765" cy="2286794"/>
          </a:xfrm>
        </p:spPr>
        <p:txBody>
          <a:bodyPr/>
          <a:lstStyle>
            <a:lvl1pPr>
              <a:lnSpc>
                <a:spcPct val="10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28416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1187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049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D0BCD34-4CA7-388C-5244-7DC8F9F36F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265083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2D24D8-9FB6-0088-161C-EEBF707C43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5766" cy="30302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4575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28416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362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049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156272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2BFC7D8-C655-1741-BE48-E9A9B4629A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3061778" cy="68613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2286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2554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B1A268B-43F5-F600-93B7-6248877F5D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34141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180E7AB4-F0E4-7C09-7FE7-9F182217F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503267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42954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11676" y="1172997"/>
            <a:ext cx="2475384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43669" y="1172997"/>
            <a:ext cx="2476178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65153" y="1172997"/>
            <a:ext cx="2476178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1676" y="4220997"/>
            <a:ext cx="2475384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43670" y="4220997"/>
            <a:ext cx="2475384" cy="189634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565153" y="4220997"/>
            <a:ext cx="2476178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711676" y="794283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643670" y="794283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565153" y="794283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711676" y="3853562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643670" y="3853562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565153" y="3853562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52CDB94-BA57-B58F-95F0-D406FE34BB4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184233" y="3523767"/>
            <a:ext cx="886027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5CBE6E3-0E18-8A57-578D-D314948AF14F}"/>
              </a:ext>
            </a:extLst>
          </p:cNvPr>
          <p:cNvCxnSpPr/>
          <p:nvPr userDrawn="1"/>
        </p:nvCxnSpPr>
        <p:spPr bwMode="auto">
          <a:xfrm>
            <a:off x="3499533" y="53720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7200B05-7E36-4E03-3739-0BA983764616}"/>
              </a:ext>
            </a:extLst>
          </p:cNvPr>
          <p:cNvCxnSpPr/>
          <p:nvPr userDrawn="1"/>
        </p:nvCxnSpPr>
        <p:spPr bwMode="auto">
          <a:xfrm>
            <a:off x="9353010" y="79120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2FF3B59-8BBA-8C99-9D4D-743723E434FC}"/>
              </a:ext>
            </a:extLst>
          </p:cNvPr>
          <p:cNvCxnSpPr/>
          <p:nvPr userDrawn="1"/>
        </p:nvCxnSpPr>
        <p:spPr bwMode="auto">
          <a:xfrm>
            <a:off x="6419493" y="789711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Slide Number">
            <a:extLst>
              <a:ext uri="{FF2B5EF4-FFF2-40B4-BE49-F238E27FC236}">
                <a16:creationId xmlns:a16="http://schemas.microsoft.com/office/drawing/2014/main" id="{A0B46D22-64E6-4222-F4E2-B807A7A152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55350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684608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19019" cy="1706563"/>
          </a:xfrm>
        </p:spPr>
        <p:txBody>
          <a:bodyPr rIns="457200"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3010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3010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7998" y="3332988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3316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455E69-0B51-1D31-E569-651079398D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301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C560F4-CB2D-6B04-588B-57BB4D4E6DC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0" cy="29527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7B78A1-A315-98D3-1692-18AAAF4C6002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64036E-86AB-0893-B72B-200B84A6BCFD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25C7A71B-E65D-0A5D-606D-9F95D5AC6BE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320632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706563"/>
          </a:xfrm>
        </p:spPr>
        <p:txBody>
          <a:bodyPr rIns="0"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57251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30109" y="57251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367919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30109" y="367919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0042" y="367919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3316" y="367919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455E69-0B51-1D31-E569-651079398D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301" y="339344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C560F4-CB2D-6B04-588B-57BB4D4E6DC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393440"/>
            <a:ext cx="0" cy="29527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7B78A1-A315-98D3-1692-18AAAF4C6002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64036E-86AB-0893-B72B-200B84A6BCFD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78DA00F4-B5C9-B0CB-71F8-ED123EAA68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81485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870900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80919" y="284957"/>
            <a:ext cx="5523781" cy="628729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2455828520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4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047603" y="0"/>
            <a:ext cx="9144397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1390191206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4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33316" y="282576"/>
            <a:ext cx="8574559" cy="62896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2028947676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4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190994493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4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4126" y="284957"/>
            <a:ext cx="11620574" cy="6290468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2107791076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B8510EE-4140-AEDB-B7AB-EF1D4B72D2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7999" y="30607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14277" y="30607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3F048335-9A0B-2C1F-47A6-67051F2007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7999" y="47625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14277" y="4762501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E889D859-F4A1-3E97-F05E-8D134A25B9F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87999" y="1333500"/>
            <a:ext cx="1236501" cy="1238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714277" y="13335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33F8C74-1D30-FEA9-4F3C-636531C8614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377745" y="30607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807896" y="30607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2E690121-61A1-708E-E5B8-5B65A668E62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377745" y="47625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807896" y="4762501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F94AC7E0-2DC4-5DEB-8E1E-2F27996F98E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377745" y="13335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807896" y="13335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4870601-E9CA-9D0E-804F-2A7353CE534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355170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2286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3333316" y="284957"/>
            <a:ext cx="8571384" cy="5715794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989FA07-F7B7-BE4B-581F-7BE47BBA605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152979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7999" y="192024"/>
            <a:ext cx="2477765" cy="1429544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0270476-9FE1-F85E-6F9B-322B184D8FC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787933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352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AFC9C6E-79FD-9BB8-F74D-EAA013319C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552596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7999" y="192024"/>
            <a:ext cx="2477765" cy="1429544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AD686F0-BF95-1E62-61EC-96790733887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862631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32004" y="3084230"/>
            <a:ext cx="1727991" cy="68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857741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oxes stack,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2797A6BD-BC17-0B3B-9461-479016E9BC3B}"/>
              </a:ext>
            </a:extLst>
          </p:cNvPr>
          <p:cNvSpPr/>
          <p:nvPr userDrawn="1"/>
        </p:nvSpPr>
        <p:spPr bwMode="auto">
          <a:xfrm>
            <a:off x="6096794" y="-3612"/>
            <a:ext cx="3037513" cy="3164489"/>
          </a:xfrm>
          <a:prstGeom prst="rect">
            <a:avLst/>
          </a:prstGeom>
          <a:solidFill>
            <a:srgbClr val="E0E0E0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10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7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8AD2028-6233-9704-DA54-70D86F47889D}"/>
              </a:ext>
            </a:extLst>
          </p:cNvPr>
          <p:cNvSpPr/>
          <p:nvPr userDrawn="1"/>
        </p:nvSpPr>
        <p:spPr bwMode="auto">
          <a:xfrm>
            <a:off x="9134307" y="-3612"/>
            <a:ext cx="3068214" cy="3164489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10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7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4658FD2-9442-9CC8-6C02-114B5C17D5C6}"/>
              </a:ext>
            </a:extLst>
          </p:cNvPr>
          <p:cNvGrpSpPr/>
          <p:nvPr userDrawn="1"/>
        </p:nvGrpSpPr>
        <p:grpSpPr>
          <a:xfrm>
            <a:off x="-8935" y="3147237"/>
            <a:ext cx="12200935" cy="3723364"/>
            <a:chOff x="-17872" y="6862461"/>
            <a:chExt cx="24405047" cy="687874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A8CF0C3-B357-AA41-7A28-CC3530F74099}"/>
                </a:ext>
              </a:extLst>
            </p:cNvPr>
            <p:cNvSpPr/>
            <p:nvPr userDrawn="1"/>
          </p:nvSpPr>
          <p:spPr bwMode="auto">
            <a:xfrm>
              <a:off x="12195174" y="6887661"/>
              <a:ext cx="6096863" cy="6853539"/>
            </a:xfrm>
            <a:prstGeom prst="rect">
              <a:avLst/>
            </a:prstGeom>
            <a:solidFill>
              <a:srgbClr val="9EF0F0"/>
            </a:solidFill>
            <a:ln w="19050">
              <a:noFill/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5710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US" sz="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C76BADC-3127-54CC-7ACE-4FC7475DCA28}"/>
                </a:ext>
              </a:extLst>
            </p:cNvPr>
            <p:cNvSpPr/>
            <p:nvPr userDrawn="1"/>
          </p:nvSpPr>
          <p:spPr bwMode="auto">
            <a:xfrm>
              <a:off x="18270992" y="6887662"/>
              <a:ext cx="6116183" cy="6853539"/>
            </a:xfrm>
            <a:prstGeom prst="rect">
              <a:avLst/>
            </a:prstGeom>
            <a:solidFill>
              <a:srgbClr val="D9FBFB"/>
            </a:solidFill>
            <a:ln w="19050">
              <a:noFill/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5710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US" sz="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9FF0912-56CC-02B1-8CD0-DC439115CCCC}"/>
                </a:ext>
              </a:extLst>
            </p:cNvPr>
            <p:cNvSpPr/>
            <p:nvPr userDrawn="1"/>
          </p:nvSpPr>
          <p:spPr bwMode="auto">
            <a:xfrm>
              <a:off x="-17872" y="6862461"/>
              <a:ext cx="6096863" cy="6853539"/>
            </a:xfrm>
            <a:prstGeom prst="rect">
              <a:avLst/>
            </a:prstGeom>
            <a:solidFill>
              <a:srgbClr val="009D9A"/>
            </a:solidFill>
            <a:ln w="19050">
              <a:noFill/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5710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US" sz="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DD80D19-CA1D-5854-5644-02BACCB57E19}"/>
                </a:ext>
              </a:extLst>
            </p:cNvPr>
            <p:cNvSpPr/>
            <p:nvPr userDrawn="1"/>
          </p:nvSpPr>
          <p:spPr bwMode="auto">
            <a:xfrm>
              <a:off x="6078991" y="6862461"/>
              <a:ext cx="6116183" cy="6853539"/>
            </a:xfrm>
            <a:prstGeom prst="rect">
              <a:avLst/>
            </a:prstGeom>
            <a:solidFill>
              <a:srgbClr val="3DDBD9"/>
            </a:solidFill>
            <a:ln w="19050">
              <a:noFill/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5710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US" sz="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4575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5ACBA830-58CC-CC7C-B04D-CE8430E99F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431736" y="5365274"/>
            <a:ext cx="2476178" cy="68346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471F20B7-90A8-3AC7-D631-C6C057AF8EB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425442" y="3370947"/>
            <a:ext cx="1828562" cy="1828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86BF8372-7197-82F9-083E-F0ED0D938F1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77207" y="5386056"/>
            <a:ext cx="2476178" cy="68346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893A513-6F32-2418-D0CB-8D3E81A4C15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70913" y="3391729"/>
            <a:ext cx="1828562" cy="182880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9239C92B-16FD-5FFA-11E1-D1FE1B0A7CC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322677" y="5365274"/>
            <a:ext cx="2476178" cy="68346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BFBA419D-9757-5E64-9FDB-F008A766C4A9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316383" y="3370947"/>
            <a:ext cx="1828562" cy="1828800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0195CDDA-0AD3-0365-3307-5026D00633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68148" y="5386056"/>
            <a:ext cx="2476178" cy="68346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3F50BC95-B846-E717-E507-A8AB8AFBAA2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61854" y="3391729"/>
            <a:ext cx="1828562" cy="18288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F45E53EA-1B92-ED68-9704-4B0101CDED3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431736" y="2196771"/>
            <a:ext cx="2476178" cy="68346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FD90F58A-38C2-9DEB-12AE-26AF6846D92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425442" y="202444"/>
            <a:ext cx="1828562" cy="182880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3A9D8A23-EA89-CC6A-FFBC-1335D7B043B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377207" y="2217553"/>
            <a:ext cx="2476178" cy="68346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36EDEFFA-E165-424C-AD61-83B81E6B5AD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70913" y="223226"/>
            <a:ext cx="1828562" cy="18288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225240"/>
      </p:ext>
    </p:extLst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2E096-5746-D4A0-1C5D-0E3D4C36A1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12C590-5FC3-B15C-EE07-85C86F4CB7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37065-F413-B723-F84D-696F445FD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E06E3-B000-E540-A8F5-2604FB0D734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F5F00-B737-4619-0EC0-73167018F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75740-23DB-B729-438C-F8895D69D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7D3B1-C17C-464B-90CB-73ABFAC1A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30991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 flipV="1">
            <a:off x="0" y="0"/>
            <a:ext cx="12192000" cy="1714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500" b="0" i="0" dirty="0">
              <a:latin typeface="IBM Plex Sans" panose="020B0503050000000000" pitchFamily="34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379048" y="1714500"/>
            <a:ext cx="11430000" cy="4572000"/>
          </a:xfrm>
        </p:spPr>
        <p:txBody>
          <a:bodyPr lIns="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571500"/>
            <a:ext cx="11430000" cy="9525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4A59DAB4-D0C1-4455-8D11-29E81FD4CED0}"/>
              </a:ext>
            </a:extLst>
          </p:cNvPr>
          <p:cNvSpPr txBox="1">
            <a:spLocks/>
          </p:cNvSpPr>
          <p:nvPr userDrawn="1"/>
        </p:nvSpPr>
        <p:spPr>
          <a:xfrm>
            <a:off x="381000" y="220980"/>
            <a:ext cx="5486400" cy="2286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Tx/>
              <a:buNone/>
              <a:tabLst/>
              <a:defRPr lang="en-US" sz="1600" b="0" i="0" kern="1200">
                <a:solidFill>
                  <a:schemeClr val="accent1"/>
                </a:solidFill>
                <a:latin typeface="IBM Plex Sans" charset="0"/>
                <a:ea typeface="IBM Plex Sans" charset="0"/>
                <a:cs typeface="IBM Plex Sans" charset="0"/>
              </a:defRPr>
            </a:lvl1pPr>
            <a:lvl2pPr marL="2286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LucidaGrande" charset="0"/>
              <a:buChar char="-"/>
              <a:defRPr lang="en-US" sz="1600" b="0" i="0" kern="1200">
                <a:solidFill>
                  <a:schemeClr val="accent1"/>
                </a:solidFill>
                <a:latin typeface="IBM Plex Sans" charset="0"/>
                <a:ea typeface="IBM Plex Sans" charset="0"/>
                <a:cs typeface="Arial" charset="0"/>
              </a:defRPr>
            </a:lvl2pPr>
            <a:lvl3pPr marL="4572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1600" b="0" i="0" kern="1200">
                <a:solidFill>
                  <a:schemeClr val="accent1"/>
                </a:solidFill>
                <a:latin typeface="IBM Plex Sans" charset="0"/>
                <a:ea typeface="IBM Plex Sans" charset="0"/>
                <a:cs typeface="Arial" charset="0"/>
              </a:defRPr>
            </a:lvl3pPr>
            <a:lvl4pPr marL="6858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.AppleSystemUIFont" charset="-120"/>
              <a:buChar char="–"/>
              <a:defRPr lang="en-US" sz="1600" b="0" i="0" kern="1200">
                <a:solidFill>
                  <a:schemeClr val="accent1"/>
                </a:solidFill>
                <a:latin typeface="IBM Plex Sans" charset="0"/>
                <a:ea typeface="+mn-ea"/>
                <a:cs typeface="+mn-cs"/>
              </a:defRPr>
            </a:lvl4pPr>
            <a:lvl5pPr marL="9144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2000" b="0" i="0" kern="1200" dirty="0">
                <a:solidFill>
                  <a:schemeClr val="bg2"/>
                </a:solidFill>
                <a:latin typeface="IBM Plex Sans" charset="0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solidFill>
                  <a:schemeClr val="accent1"/>
                </a:solidFill>
              </a:rPr>
              <a:t>Cognitive Business Decision Support</a:t>
            </a:r>
          </a:p>
          <a:p>
            <a:endParaRPr lang="en-US" sz="1333" dirty="0">
              <a:solidFill>
                <a:schemeClr val="accent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0631368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bjectiv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 flipV="1">
            <a:off x="0" y="0"/>
            <a:ext cx="12192000" cy="1714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500" b="0" i="0" dirty="0">
              <a:latin typeface="IBM Plex Sans" panose="020B0503050000000000" pitchFamily="34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571500"/>
            <a:ext cx="5715000" cy="9525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4A59DAB4-D0C1-4455-8D11-29E81FD4CED0}"/>
              </a:ext>
            </a:extLst>
          </p:cNvPr>
          <p:cNvSpPr txBox="1">
            <a:spLocks/>
          </p:cNvSpPr>
          <p:nvPr userDrawn="1"/>
        </p:nvSpPr>
        <p:spPr>
          <a:xfrm>
            <a:off x="381000" y="220980"/>
            <a:ext cx="5486400" cy="2286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Tx/>
              <a:buNone/>
              <a:tabLst/>
              <a:defRPr lang="en-US" sz="1600" b="0" i="0" kern="1200">
                <a:solidFill>
                  <a:schemeClr val="accent1"/>
                </a:solidFill>
                <a:latin typeface="IBM Plex Sans" charset="0"/>
                <a:ea typeface="IBM Plex Sans" charset="0"/>
                <a:cs typeface="IBM Plex Sans" charset="0"/>
              </a:defRPr>
            </a:lvl1pPr>
            <a:lvl2pPr marL="2286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LucidaGrande" charset="0"/>
              <a:buChar char="-"/>
              <a:defRPr lang="en-US" sz="1600" b="0" i="0" kern="1200">
                <a:solidFill>
                  <a:schemeClr val="accent1"/>
                </a:solidFill>
                <a:latin typeface="IBM Plex Sans" charset="0"/>
                <a:ea typeface="IBM Plex Sans" charset="0"/>
                <a:cs typeface="Arial" charset="0"/>
              </a:defRPr>
            </a:lvl2pPr>
            <a:lvl3pPr marL="4572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1600" b="0" i="0" kern="1200">
                <a:solidFill>
                  <a:schemeClr val="accent1"/>
                </a:solidFill>
                <a:latin typeface="IBM Plex Sans" charset="0"/>
                <a:ea typeface="IBM Plex Sans" charset="0"/>
                <a:cs typeface="Arial" charset="0"/>
              </a:defRPr>
            </a:lvl3pPr>
            <a:lvl4pPr marL="6858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.AppleSystemUIFont" charset="-120"/>
              <a:buChar char="–"/>
              <a:defRPr lang="en-US" sz="1600" b="0" i="0" kern="1200">
                <a:solidFill>
                  <a:schemeClr val="accent1"/>
                </a:solidFill>
                <a:latin typeface="IBM Plex Sans" charset="0"/>
                <a:ea typeface="+mn-ea"/>
                <a:cs typeface="+mn-cs"/>
              </a:defRPr>
            </a:lvl4pPr>
            <a:lvl5pPr marL="9144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2000" b="0" i="0" kern="1200" dirty="0">
                <a:solidFill>
                  <a:schemeClr val="bg2"/>
                </a:solidFill>
                <a:latin typeface="IBM Plex Sans" charset="0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solidFill>
                  <a:schemeClr val="accent1"/>
                </a:solidFill>
              </a:rPr>
              <a:t>Cognitive Business Decision Support</a:t>
            </a:r>
          </a:p>
          <a:p>
            <a:endParaRPr lang="en-US" sz="1333" dirty="0">
              <a:solidFill>
                <a:schemeClr val="accent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E7178C8-08EE-4C70-8DE6-CE563A47E3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019" y="6515113"/>
            <a:ext cx="471765" cy="19050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0825394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 flipV="1">
            <a:off x="0" y="0"/>
            <a:ext cx="12192000" cy="1714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500" b="0" i="0" dirty="0">
              <a:latin typeface="IBM Plex Sans" panose="020B0503050000000000" pitchFamily="34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379048" y="1714500"/>
            <a:ext cx="5486400" cy="4381500"/>
          </a:xfrm>
        </p:spPr>
        <p:txBody>
          <a:bodyPr lIns="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3"/>
          </p:nvPr>
        </p:nvSpPr>
        <p:spPr>
          <a:xfrm>
            <a:off x="6324600" y="1714500"/>
            <a:ext cx="5486400" cy="4381500"/>
          </a:xfrm>
        </p:spPr>
        <p:txBody>
          <a:bodyPr lIns="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571500"/>
            <a:ext cx="11430000" cy="9525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4A59DAB4-D0C1-4455-8D11-29E81FD4CED0}"/>
              </a:ext>
            </a:extLst>
          </p:cNvPr>
          <p:cNvSpPr txBox="1">
            <a:spLocks/>
          </p:cNvSpPr>
          <p:nvPr userDrawn="1"/>
        </p:nvSpPr>
        <p:spPr>
          <a:xfrm>
            <a:off x="381000" y="220980"/>
            <a:ext cx="5486400" cy="2286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Tx/>
              <a:buNone/>
              <a:tabLst/>
              <a:defRPr lang="en-US" sz="1600" b="0" i="0" kern="1200">
                <a:solidFill>
                  <a:schemeClr val="accent1"/>
                </a:solidFill>
                <a:latin typeface="IBM Plex Sans" charset="0"/>
                <a:ea typeface="IBM Plex Sans" charset="0"/>
                <a:cs typeface="IBM Plex Sans" charset="0"/>
              </a:defRPr>
            </a:lvl1pPr>
            <a:lvl2pPr marL="2286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LucidaGrande" charset="0"/>
              <a:buChar char="-"/>
              <a:defRPr lang="en-US" sz="1600" b="0" i="0" kern="1200">
                <a:solidFill>
                  <a:schemeClr val="accent1"/>
                </a:solidFill>
                <a:latin typeface="IBM Plex Sans" charset="0"/>
                <a:ea typeface="IBM Plex Sans" charset="0"/>
                <a:cs typeface="Arial" charset="0"/>
              </a:defRPr>
            </a:lvl2pPr>
            <a:lvl3pPr marL="4572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1600" b="0" i="0" kern="1200">
                <a:solidFill>
                  <a:schemeClr val="accent1"/>
                </a:solidFill>
                <a:latin typeface="IBM Plex Sans" charset="0"/>
                <a:ea typeface="IBM Plex Sans" charset="0"/>
                <a:cs typeface="Arial" charset="0"/>
              </a:defRPr>
            </a:lvl3pPr>
            <a:lvl4pPr marL="6858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.AppleSystemUIFont" charset="-120"/>
              <a:buChar char="–"/>
              <a:defRPr lang="en-US" sz="1600" b="0" i="0" kern="1200">
                <a:solidFill>
                  <a:schemeClr val="accent1"/>
                </a:solidFill>
                <a:latin typeface="IBM Plex Sans" charset="0"/>
                <a:ea typeface="+mn-ea"/>
                <a:cs typeface="+mn-cs"/>
              </a:defRPr>
            </a:lvl4pPr>
            <a:lvl5pPr marL="9144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2000" b="0" i="0" kern="1200" dirty="0">
                <a:solidFill>
                  <a:schemeClr val="bg2"/>
                </a:solidFill>
                <a:latin typeface="IBM Plex Sans" charset="0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solidFill>
                  <a:schemeClr val="accent1"/>
                </a:solidFill>
              </a:rPr>
              <a:t>Cognitive Business Decision Support</a:t>
            </a:r>
          </a:p>
          <a:p>
            <a:endParaRPr lang="en-US" sz="1333" dirty="0">
              <a:solidFill>
                <a:schemeClr val="accent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4041715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 flipV="1">
            <a:off x="0" y="0"/>
            <a:ext cx="12192000" cy="1714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500" b="0" i="0" dirty="0">
              <a:latin typeface="IBM Plex Sans" panose="020B0503050000000000" pitchFamily="34" charset="0"/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381000" y="1714500"/>
            <a:ext cx="2667000" cy="43815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0"/>
          </p:nvPr>
        </p:nvSpPr>
        <p:spPr>
          <a:xfrm>
            <a:off x="6223000" y="1714500"/>
            <a:ext cx="2667000" cy="43815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2"/>
          </p:nvPr>
        </p:nvSpPr>
        <p:spPr>
          <a:xfrm>
            <a:off x="3302000" y="1714500"/>
            <a:ext cx="2667000" cy="43815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3"/>
          </p:nvPr>
        </p:nvSpPr>
        <p:spPr>
          <a:xfrm>
            <a:off x="9144000" y="1714500"/>
            <a:ext cx="2667000" cy="43815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381000" y="571500"/>
            <a:ext cx="11430000" cy="9525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59E85B37-3D8E-4F2F-ABCA-F8FC6C7F3D5D}"/>
              </a:ext>
            </a:extLst>
          </p:cNvPr>
          <p:cNvSpPr txBox="1">
            <a:spLocks/>
          </p:cNvSpPr>
          <p:nvPr userDrawn="1"/>
        </p:nvSpPr>
        <p:spPr>
          <a:xfrm>
            <a:off x="381000" y="220980"/>
            <a:ext cx="5486400" cy="2286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Tx/>
              <a:buNone/>
              <a:tabLst/>
              <a:defRPr lang="en-US" sz="1600" b="0" i="0" kern="1200">
                <a:solidFill>
                  <a:schemeClr val="accent1"/>
                </a:solidFill>
                <a:latin typeface="IBM Plex Sans" charset="0"/>
                <a:ea typeface="IBM Plex Sans" charset="0"/>
                <a:cs typeface="IBM Plex Sans" charset="0"/>
              </a:defRPr>
            </a:lvl1pPr>
            <a:lvl2pPr marL="2286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LucidaGrande" charset="0"/>
              <a:buChar char="-"/>
              <a:defRPr lang="en-US" sz="1600" b="0" i="0" kern="1200">
                <a:solidFill>
                  <a:schemeClr val="accent1"/>
                </a:solidFill>
                <a:latin typeface="IBM Plex Sans" charset="0"/>
                <a:ea typeface="IBM Plex Sans" charset="0"/>
                <a:cs typeface="Arial" charset="0"/>
              </a:defRPr>
            </a:lvl2pPr>
            <a:lvl3pPr marL="4572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1600" b="0" i="0" kern="1200">
                <a:solidFill>
                  <a:schemeClr val="accent1"/>
                </a:solidFill>
                <a:latin typeface="IBM Plex Sans" charset="0"/>
                <a:ea typeface="IBM Plex Sans" charset="0"/>
                <a:cs typeface="Arial" charset="0"/>
              </a:defRPr>
            </a:lvl3pPr>
            <a:lvl4pPr marL="6858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.AppleSystemUIFont" charset="-120"/>
              <a:buChar char="–"/>
              <a:defRPr lang="en-US" sz="1600" b="0" i="0" kern="1200">
                <a:solidFill>
                  <a:schemeClr val="accent1"/>
                </a:solidFill>
                <a:latin typeface="IBM Plex Sans" charset="0"/>
                <a:ea typeface="+mn-ea"/>
                <a:cs typeface="+mn-cs"/>
              </a:defRPr>
            </a:lvl4pPr>
            <a:lvl5pPr marL="9144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2000" b="0" i="0" kern="1200" dirty="0">
                <a:solidFill>
                  <a:schemeClr val="bg2"/>
                </a:solidFill>
                <a:latin typeface="IBM Plex Sans" charset="0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solidFill>
                  <a:schemeClr val="accent1"/>
                </a:solidFill>
              </a:rPr>
              <a:t>Cognitive Business Decision Support</a:t>
            </a:r>
          </a:p>
          <a:p>
            <a:endParaRPr lang="en-US" sz="1333" dirty="0">
              <a:solidFill>
                <a:schemeClr val="accent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7924312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2_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 flipV="1">
            <a:off x="0" y="0"/>
            <a:ext cx="12192000" cy="1714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500" b="0" i="0" dirty="0">
              <a:latin typeface="IBM Plex Sans" panose="020B0503050000000000" pitchFamily="34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379048" y="1714500"/>
            <a:ext cx="5486400" cy="4381500"/>
          </a:xfrm>
        </p:spPr>
        <p:txBody>
          <a:bodyPr lIns="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3"/>
          </p:nvPr>
        </p:nvSpPr>
        <p:spPr>
          <a:xfrm>
            <a:off x="6324600" y="1714500"/>
            <a:ext cx="5486400" cy="4381500"/>
          </a:xfrm>
        </p:spPr>
        <p:txBody>
          <a:bodyPr lIns="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571500"/>
            <a:ext cx="11430000" cy="952500"/>
          </a:xfrm>
        </p:spPr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  <a:latin typeface="IBM Plex Sans" charset="0"/>
                <a:ea typeface="IBM Plex Sans" charset="0"/>
                <a:cs typeface="IBM Plex Sans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60BC990-81AC-44C0-BBC7-70505416C8B8}"/>
              </a:ext>
            </a:extLst>
          </p:cNvPr>
          <p:cNvSpPr txBox="1">
            <a:spLocks/>
          </p:cNvSpPr>
          <p:nvPr userDrawn="1"/>
        </p:nvSpPr>
        <p:spPr>
          <a:xfrm>
            <a:off x="381000" y="220980"/>
            <a:ext cx="5486400" cy="2286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Tx/>
              <a:buNone/>
              <a:tabLst/>
              <a:defRPr lang="en-US" sz="1600" b="0" i="0" kern="1200">
                <a:solidFill>
                  <a:schemeClr val="accent1"/>
                </a:solidFill>
                <a:latin typeface="IBM Plex Sans" charset="0"/>
                <a:ea typeface="IBM Plex Sans" charset="0"/>
                <a:cs typeface="IBM Plex Sans" charset="0"/>
              </a:defRPr>
            </a:lvl1pPr>
            <a:lvl2pPr marL="2286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LucidaGrande" charset="0"/>
              <a:buChar char="-"/>
              <a:defRPr lang="en-US" sz="1600" b="0" i="0" kern="1200">
                <a:solidFill>
                  <a:schemeClr val="accent1"/>
                </a:solidFill>
                <a:latin typeface="IBM Plex Sans" charset="0"/>
                <a:ea typeface="IBM Plex Sans" charset="0"/>
                <a:cs typeface="Arial" charset="0"/>
              </a:defRPr>
            </a:lvl2pPr>
            <a:lvl3pPr marL="4572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1600" b="0" i="0" kern="1200">
                <a:solidFill>
                  <a:schemeClr val="accent1"/>
                </a:solidFill>
                <a:latin typeface="IBM Plex Sans" charset="0"/>
                <a:ea typeface="IBM Plex Sans" charset="0"/>
                <a:cs typeface="Arial" charset="0"/>
              </a:defRPr>
            </a:lvl3pPr>
            <a:lvl4pPr marL="6858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.AppleSystemUIFont" charset="-120"/>
              <a:buChar char="–"/>
              <a:defRPr lang="en-US" sz="1600" b="0" i="0" kern="1200">
                <a:solidFill>
                  <a:schemeClr val="accent1"/>
                </a:solidFill>
                <a:latin typeface="IBM Plex Sans" charset="0"/>
                <a:ea typeface="+mn-ea"/>
                <a:cs typeface="+mn-cs"/>
              </a:defRPr>
            </a:lvl4pPr>
            <a:lvl5pPr marL="9144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2000" b="0" i="0" kern="1200" dirty="0">
                <a:solidFill>
                  <a:schemeClr val="bg2"/>
                </a:solidFill>
                <a:latin typeface="IBM Plex Sans" charset="0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/>
              <a:t>Cognitive Business Decision Support</a:t>
            </a:r>
          </a:p>
          <a:p>
            <a:endParaRPr lang="en-US" sz="1333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37564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2_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 flipV="1">
            <a:off x="0" y="0"/>
            <a:ext cx="12192000" cy="1714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500" b="0" i="0" dirty="0">
              <a:latin typeface="IBM Plex Sans" panose="020B0503050000000000" pitchFamily="34" charset="0"/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381000" y="1714500"/>
            <a:ext cx="2667000" cy="43815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0"/>
          </p:nvPr>
        </p:nvSpPr>
        <p:spPr>
          <a:xfrm>
            <a:off x="6223000" y="1714500"/>
            <a:ext cx="2667000" cy="43815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2"/>
          </p:nvPr>
        </p:nvSpPr>
        <p:spPr>
          <a:xfrm>
            <a:off x="3302000" y="1714500"/>
            <a:ext cx="2667000" cy="43815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3"/>
          </p:nvPr>
        </p:nvSpPr>
        <p:spPr>
          <a:xfrm>
            <a:off x="9144000" y="1714500"/>
            <a:ext cx="2667000" cy="43815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381000" y="571500"/>
            <a:ext cx="11430000" cy="952500"/>
          </a:xfrm>
        </p:spPr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  <a:latin typeface="IBM Plex Sans" charset="0"/>
                <a:ea typeface="IBM Plex Sans" charset="0"/>
                <a:cs typeface="IBM Plex Sans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9F7172E-4D7B-4F76-B49D-4D8CE6B3354D}"/>
              </a:ext>
            </a:extLst>
          </p:cNvPr>
          <p:cNvSpPr txBox="1">
            <a:spLocks/>
          </p:cNvSpPr>
          <p:nvPr userDrawn="1"/>
        </p:nvSpPr>
        <p:spPr>
          <a:xfrm>
            <a:off x="381000" y="220980"/>
            <a:ext cx="5486400" cy="2286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Tx/>
              <a:buNone/>
              <a:tabLst/>
              <a:defRPr lang="en-US" sz="1600" b="0" i="0" kern="1200">
                <a:solidFill>
                  <a:schemeClr val="accent1"/>
                </a:solidFill>
                <a:latin typeface="IBM Plex Sans" charset="0"/>
                <a:ea typeface="IBM Plex Sans" charset="0"/>
                <a:cs typeface="IBM Plex Sans" charset="0"/>
              </a:defRPr>
            </a:lvl1pPr>
            <a:lvl2pPr marL="2286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LucidaGrande" charset="0"/>
              <a:buChar char="-"/>
              <a:defRPr lang="en-US" sz="1600" b="0" i="0" kern="1200">
                <a:solidFill>
                  <a:schemeClr val="accent1"/>
                </a:solidFill>
                <a:latin typeface="IBM Plex Sans" charset="0"/>
                <a:ea typeface="IBM Plex Sans" charset="0"/>
                <a:cs typeface="Arial" charset="0"/>
              </a:defRPr>
            </a:lvl2pPr>
            <a:lvl3pPr marL="4572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1600" b="0" i="0" kern="1200">
                <a:solidFill>
                  <a:schemeClr val="accent1"/>
                </a:solidFill>
                <a:latin typeface="IBM Plex Sans" charset="0"/>
                <a:ea typeface="IBM Plex Sans" charset="0"/>
                <a:cs typeface="Arial" charset="0"/>
              </a:defRPr>
            </a:lvl3pPr>
            <a:lvl4pPr marL="6858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.AppleSystemUIFont" charset="-120"/>
              <a:buChar char="–"/>
              <a:defRPr lang="en-US" sz="1600" b="0" i="0" kern="1200">
                <a:solidFill>
                  <a:schemeClr val="accent1"/>
                </a:solidFill>
                <a:latin typeface="IBM Plex Sans" charset="0"/>
                <a:ea typeface="+mn-ea"/>
                <a:cs typeface="+mn-cs"/>
              </a:defRPr>
            </a:lvl4pPr>
            <a:lvl5pPr marL="9144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2000" b="0" i="0" kern="1200" dirty="0">
                <a:solidFill>
                  <a:schemeClr val="bg2"/>
                </a:solidFill>
                <a:latin typeface="IBM Plex Sans" charset="0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/>
              <a:t>Cognitive Business Decision Support</a:t>
            </a:r>
          </a:p>
          <a:p>
            <a:endParaRPr lang="en-US" sz="1333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0128858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3_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H="1">
            <a:off x="0" y="1714500"/>
            <a:ext cx="121920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500" b="0" i="0" dirty="0">
              <a:solidFill>
                <a:schemeClr val="tx1"/>
              </a:solidFill>
              <a:latin typeface="IBM Plex Sans" panose="020B0503050000000000" pitchFamily="34" charset="0"/>
            </a:endParaRPr>
          </a:p>
        </p:txBody>
      </p:sp>
      <p:sp>
        <p:nvSpPr>
          <p:cNvPr id="72" name="Content Placeholder 2"/>
          <p:cNvSpPr>
            <a:spLocks noGrp="1"/>
          </p:cNvSpPr>
          <p:nvPr>
            <p:ph idx="1"/>
          </p:nvPr>
        </p:nvSpPr>
        <p:spPr>
          <a:xfrm>
            <a:off x="379048" y="1714500"/>
            <a:ext cx="5486400" cy="43815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3" name="Content Placeholder 2"/>
          <p:cNvSpPr>
            <a:spLocks noGrp="1"/>
          </p:cNvSpPr>
          <p:nvPr>
            <p:ph idx="13"/>
          </p:nvPr>
        </p:nvSpPr>
        <p:spPr>
          <a:xfrm>
            <a:off x="6324600" y="1714500"/>
            <a:ext cx="5486400" cy="43815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A9142FD-C162-42F3-AEB9-312E750957C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010" y="6515119"/>
            <a:ext cx="471765" cy="19050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B2B3BEEB-2070-4179-9F9F-8DBA77BF6F57}"/>
              </a:ext>
            </a:extLst>
          </p:cNvPr>
          <p:cNvGrpSpPr/>
          <p:nvPr userDrawn="1"/>
        </p:nvGrpSpPr>
        <p:grpSpPr>
          <a:xfrm>
            <a:off x="762000" y="6583046"/>
            <a:ext cx="2261125" cy="183809"/>
            <a:chOff x="914400" y="7899655"/>
            <a:chExt cx="2713350" cy="220571"/>
          </a:xfrm>
        </p:grpSpPr>
        <p:sp>
          <p:nvSpPr>
            <p:cNvPr id="21" name="Footer Placeholder 3">
              <a:extLst>
                <a:ext uri="{FF2B5EF4-FFF2-40B4-BE49-F238E27FC236}">
                  <a16:creationId xmlns:a16="http://schemas.microsoft.com/office/drawing/2014/main" id="{7EF72C80-214E-490C-8192-E37EFF6D691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14400" y="7900416"/>
              <a:ext cx="2284416" cy="219051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500" kern="1200">
                  <a:solidFill>
                    <a:schemeClr val="bg2">
                      <a:alpha val="6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66" b="0" i="0" dirty="0">
                  <a:solidFill>
                    <a:schemeClr val="tx1">
                      <a:alpha val="60000"/>
                    </a:schemeClr>
                  </a:solidFill>
                  <a:latin typeface="IBM Plex Sans" charset="0"/>
                  <a:ea typeface="IBM Plex Sans" charset="0"/>
                  <a:cs typeface="IBM Plex Sans" charset="0"/>
                </a:rPr>
                <a:t>©</a:t>
              </a:r>
              <a:r>
                <a:rPr lang="en-US" sz="333" b="0" i="0" dirty="0">
                  <a:solidFill>
                    <a:schemeClr val="tx1">
                      <a:alpha val="60000"/>
                    </a:schemeClr>
                  </a:solidFill>
                  <a:latin typeface="IBM Plex Sans" charset="0"/>
                  <a:ea typeface="IBM Plex Sans" charset="0"/>
                  <a:cs typeface="IBM Plex Sans" charset="0"/>
                </a:rPr>
                <a:t> </a:t>
              </a:r>
              <a:r>
                <a:rPr lang="en-US" sz="666" b="0" i="0" dirty="0">
                  <a:solidFill>
                    <a:schemeClr val="tx1">
                      <a:alpha val="60000"/>
                    </a:schemeClr>
                  </a:solidFill>
                  <a:latin typeface="IBM Plex Sans" charset="0"/>
                  <a:ea typeface="IBM Plex Sans" charset="0"/>
                  <a:cs typeface="IBM Plex Sans" charset="0"/>
                </a:rPr>
                <a:t>2019 IBM Corporation</a:t>
              </a:r>
              <a:r>
                <a:rPr lang="en-US" sz="666" b="0" i="0" baseline="0" dirty="0">
                  <a:solidFill>
                    <a:schemeClr val="tx1">
                      <a:alpha val="60000"/>
                    </a:schemeClr>
                  </a:solidFill>
                  <a:latin typeface="IBM Plex Sans" charset="0"/>
                  <a:ea typeface="IBM Plex Sans" charset="0"/>
                  <a:cs typeface="IBM Plex Sans" charset="0"/>
                </a:rPr>
                <a:t>              </a:t>
              </a:r>
              <a:r>
                <a:rPr lang="en-US" sz="666" b="0" i="0" dirty="0">
                  <a:solidFill>
                    <a:schemeClr val="tx1">
                      <a:alpha val="60000"/>
                    </a:schemeClr>
                  </a:solidFill>
                  <a:latin typeface="IBM Plex Sans" charset="0"/>
                  <a:ea typeface="IBM Plex Sans" charset="0"/>
                  <a:cs typeface="IBM Plex Sans" charset="0"/>
                </a:rPr>
                <a:t> </a:t>
              </a:r>
            </a:p>
          </p:txBody>
        </p:sp>
        <p:sp>
          <p:nvSpPr>
            <p:cNvPr id="22" name="Date Placeholder 2">
              <a:extLst>
                <a:ext uri="{FF2B5EF4-FFF2-40B4-BE49-F238E27FC236}">
                  <a16:creationId xmlns:a16="http://schemas.microsoft.com/office/drawing/2014/main" id="{DD00903B-50C3-4164-9E35-72DB9D33D26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256150" y="7899655"/>
              <a:ext cx="1371600" cy="220571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Bef>
                  <a:spcPts val="0"/>
                </a:spcBef>
                <a:spcAft>
                  <a:spcPts val="0"/>
                </a:spcAft>
                <a:tabLst/>
                <a:defRPr/>
              </a:pPr>
              <a:r>
                <a:rPr lang="en-US" sz="666" b="0" i="0" dirty="0">
                  <a:solidFill>
                    <a:schemeClr val="tx1">
                      <a:alpha val="60000"/>
                    </a:schemeClr>
                  </a:solidFill>
                  <a:latin typeface="IBM Plex Sans" charset="0"/>
                  <a:ea typeface="IBM Plex Sans" charset="0"/>
                  <a:cs typeface="IBM Plex Sans" charset="0"/>
                </a:rPr>
                <a:t> </a:t>
              </a:r>
              <a:fld id="{7C9968D1-C8E5-4FE3-AED4-7D4518C301B3}" type="datetime3">
                <a:rPr lang="en-US" sz="666" b="0" i="0" smtClean="0">
                  <a:solidFill>
                    <a:schemeClr val="tx1">
                      <a:alpha val="60000"/>
                    </a:schemeClr>
                  </a:solidFill>
                  <a:latin typeface="IBM Plex Sans" charset="0"/>
                  <a:ea typeface="IBM Plex Sans" charset="0"/>
                  <a:cs typeface="IBM Plex Sans" charset="0"/>
                </a:rPr>
                <a:pPr marL="0" indent="0" fontAlgn="auto">
                  <a:spcBef>
                    <a:spcPts val="0"/>
                  </a:spcBef>
                  <a:spcAft>
                    <a:spcPts val="0"/>
                  </a:spcAft>
                  <a:tabLst/>
                  <a:defRPr/>
                </a:pPr>
                <a:t>12 December 2025</a:t>
              </a:fld>
              <a:endParaRPr lang="en-US" sz="666" b="0" i="0" dirty="0">
                <a:solidFill>
                  <a:schemeClr val="tx1">
                    <a:alpha val="60000"/>
                  </a:schemeClr>
                </a:solidFill>
                <a:latin typeface="IBM Plex Sans" charset="0"/>
                <a:ea typeface="IBM Plex Sans" charset="0"/>
                <a:cs typeface="IBM Plex Sans" charset="0"/>
              </a:endParaRPr>
            </a:p>
          </p:txBody>
        </p:sp>
      </p:grp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CDA2B53D-CB2B-4B24-8D89-B7788272C31B}"/>
              </a:ext>
            </a:extLst>
          </p:cNvPr>
          <p:cNvSpPr txBox="1">
            <a:spLocks/>
          </p:cNvSpPr>
          <p:nvPr userDrawn="1"/>
        </p:nvSpPr>
        <p:spPr>
          <a:xfrm>
            <a:off x="3238500" y="6583680"/>
            <a:ext cx="1903680" cy="182543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500" kern="1200">
                <a:solidFill>
                  <a:schemeClr val="bg2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66" b="0" i="0" dirty="0">
                <a:solidFill>
                  <a:schemeClr val="tx1">
                    <a:alpha val="60000"/>
                  </a:schemeClr>
                </a:solidFill>
                <a:latin typeface="IBM Plex Sans" charset="0"/>
                <a:ea typeface="IBM Plex Sans" charset="0"/>
                <a:cs typeface="IBM Plex Sans" charset="0"/>
              </a:rPr>
              <a:t>IBM Services</a:t>
            </a:r>
          </a:p>
        </p:txBody>
      </p: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3E8EE372-F640-4FA7-AC72-7A1A6FFA91FD}"/>
              </a:ext>
            </a:extLst>
          </p:cNvPr>
          <p:cNvSpPr txBox="1">
            <a:spLocks/>
          </p:cNvSpPr>
          <p:nvPr userDrawn="1"/>
        </p:nvSpPr>
        <p:spPr>
          <a:xfrm>
            <a:off x="379048" y="6578160"/>
            <a:ext cx="273233" cy="182542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FD999D4-B456-9943-89B7-30D56181CE18}" type="slidenum">
              <a:rPr lang="en-US" sz="667" b="0" i="0" smtClean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pPr algn="l"/>
              <a:t>‹#›</a:t>
            </a:fld>
            <a:endParaRPr lang="en-US" sz="667" b="0" i="0" dirty="0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3B0365F-2C59-45D7-9291-A427AB920117}"/>
              </a:ext>
            </a:extLst>
          </p:cNvPr>
          <p:cNvSpPr/>
          <p:nvPr userDrawn="1"/>
        </p:nvSpPr>
        <p:spPr>
          <a:xfrm flipV="1">
            <a:off x="0" y="0"/>
            <a:ext cx="12192000" cy="1714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500" b="0" i="0" dirty="0">
              <a:latin typeface="IBM Plex Sans" panose="020B0503050000000000" pitchFamily="34" charset="0"/>
            </a:endParaRP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59A6DE6F-377D-453B-BEBC-AB1E7548B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71500"/>
            <a:ext cx="11430000" cy="952500"/>
          </a:xfrm>
        </p:spPr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  <a:latin typeface="IBM Plex Sans" charset="0"/>
                <a:ea typeface="IBM Plex Sans" charset="0"/>
                <a:cs typeface="IBM Plex Sans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9A5F7A64-9B8E-4A2A-9317-649C6F5C1F8F}"/>
              </a:ext>
            </a:extLst>
          </p:cNvPr>
          <p:cNvSpPr txBox="1">
            <a:spLocks/>
          </p:cNvSpPr>
          <p:nvPr userDrawn="1"/>
        </p:nvSpPr>
        <p:spPr>
          <a:xfrm>
            <a:off x="381000" y="220980"/>
            <a:ext cx="5486400" cy="2286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Tx/>
              <a:buNone/>
              <a:tabLst/>
              <a:defRPr lang="en-US" sz="1600" b="0" i="0" kern="1200">
                <a:solidFill>
                  <a:schemeClr val="accent1"/>
                </a:solidFill>
                <a:latin typeface="IBM Plex Sans" charset="0"/>
                <a:ea typeface="IBM Plex Sans" charset="0"/>
                <a:cs typeface="IBM Plex Sans" charset="0"/>
              </a:defRPr>
            </a:lvl1pPr>
            <a:lvl2pPr marL="2286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LucidaGrande" charset="0"/>
              <a:buChar char="-"/>
              <a:defRPr lang="en-US" sz="1600" b="0" i="0" kern="1200">
                <a:solidFill>
                  <a:schemeClr val="accent1"/>
                </a:solidFill>
                <a:latin typeface="IBM Plex Sans" charset="0"/>
                <a:ea typeface="IBM Plex Sans" charset="0"/>
                <a:cs typeface="Arial" charset="0"/>
              </a:defRPr>
            </a:lvl2pPr>
            <a:lvl3pPr marL="4572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1600" b="0" i="0" kern="1200">
                <a:solidFill>
                  <a:schemeClr val="accent1"/>
                </a:solidFill>
                <a:latin typeface="IBM Plex Sans" charset="0"/>
                <a:ea typeface="IBM Plex Sans" charset="0"/>
                <a:cs typeface="Arial" charset="0"/>
              </a:defRPr>
            </a:lvl3pPr>
            <a:lvl4pPr marL="6858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.AppleSystemUIFont" charset="-120"/>
              <a:buChar char="–"/>
              <a:defRPr lang="en-US" sz="1600" b="0" i="0" kern="1200">
                <a:solidFill>
                  <a:schemeClr val="accent1"/>
                </a:solidFill>
                <a:latin typeface="IBM Plex Sans" charset="0"/>
                <a:ea typeface="+mn-ea"/>
                <a:cs typeface="+mn-cs"/>
              </a:defRPr>
            </a:lvl4pPr>
            <a:lvl5pPr marL="9144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2000" b="0" i="0" kern="1200" dirty="0">
                <a:solidFill>
                  <a:schemeClr val="bg2"/>
                </a:solidFill>
                <a:latin typeface="IBM Plex Sans" charset="0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/>
              <a:t>Cognitive Business Decision Support</a:t>
            </a:r>
          </a:p>
          <a:p>
            <a:endParaRPr lang="en-US" sz="1333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7369116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3_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H="1">
            <a:off x="0" y="1714500"/>
            <a:ext cx="121920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500" b="0" i="0" dirty="0">
              <a:solidFill>
                <a:schemeClr val="tx1"/>
              </a:solidFill>
              <a:latin typeface="IBM Plex Sans" panose="020B0503050000000000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A9142FD-C162-42F3-AEB9-312E750957C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010" y="6515119"/>
            <a:ext cx="471765" cy="19050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B2B3BEEB-2070-4179-9F9F-8DBA77BF6F57}"/>
              </a:ext>
            </a:extLst>
          </p:cNvPr>
          <p:cNvGrpSpPr/>
          <p:nvPr userDrawn="1"/>
        </p:nvGrpSpPr>
        <p:grpSpPr>
          <a:xfrm>
            <a:off x="762000" y="6583046"/>
            <a:ext cx="2261125" cy="183809"/>
            <a:chOff x="914400" y="7899655"/>
            <a:chExt cx="2713350" cy="220571"/>
          </a:xfrm>
        </p:grpSpPr>
        <p:sp>
          <p:nvSpPr>
            <p:cNvPr id="21" name="Footer Placeholder 3">
              <a:extLst>
                <a:ext uri="{FF2B5EF4-FFF2-40B4-BE49-F238E27FC236}">
                  <a16:creationId xmlns:a16="http://schemas.microsoft.com/office/drawing/2014/main" id="{7EF72C80-214E-490C-8192-E37EFF6D691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14400" y="7900416"/>
              <a:ext cx="2284416" cy="219051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500" kern="1200">
                  <a:solidFill>
                    <a:schemeClr val="bg2">
                      <a:alpha val="6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66" b="0" i="0" dirty="0">
                  <a:solidFill>
                    <a:schemeClr val="tx1">
                      <a:alpha val="60000"/>
                    </a:schemeClr>
                  </a:solidFill>
                  <a:latin typeface="IBM Plex Sans" charset="0"/>
                  <a:ea typeface="IBM Plex Sans" charset="0"/>
                  <a:cs typeface="IBM Plex Sans" charset="0"/>
                </a:rPr>
                <a:t>©</a:t>
              </a:r>
              <a:r>
                <a:rPr lang="en-US" sz="333" b="0" i="0" dirty="0">
                  <a:solidFill>
                    <a:schemeClr val="tx1">
                      <a:alpha val="60000"/>
                    </a:schemeClr>
                  </a:solidFill>
                  <a:latin typeface="IBM Plex Sans" charset="0"/>
                  <a:ea typeface="IBM Plex Sans" charset="0"/>
                  <a:cs typeface="IBM Plex Sans" charset="0"/>
                </a:rPr>
                <a:t> </a:t>
              </a:r>
              <a:r>
                <a:rPr lang="en-US" sz="666" b="0" i="0" dirty="0">
                  <a:solidFill>
                    <a:schemeClr val="tx1">
                      <a:alpha val="60000"/>
                    </a:schemeClr>
                  </a:solidFill>
                  <a:latin typeface="IBM Plex Sans" charset="0"/>
                  <a:ea typeface="IBM Plex Sans" charset="0"/>
                  <a:cs typeface="IBM Plex Sans" charset="0"/>
                </a:rPr>
                <a:t>2019 IBM Corporation</a:t>
              </a:r>
              <a:r>
                <a:rPr lang="en-US" sz="666" b="0" i="0" baseline="0" dirty="0">
                  <a:solidFill>
                    <a:schemeClr val="tx1">
                      <a:alpha val="60000"/>
                    </a:schemeClr>
                  </a:solidFill>
                  <a:latin typeface="IBM Plex Sans" charset="0"/>
                  <a:ea typeface="IBM Plex Sans" charset="0"/>
                  <a:cs typeface="IBM Plex Sans" charset="0"/>
                </a:rPr>
                <a:t>              </a:t>
              </a:r>
              <a:r>
                <a:rPr lang="en-US" sz="666" b="0" i="0" dirty="0">
                  <a:solidFill>
                    <a:schemeClr val="tx1">
                      <a:alpha val="60000"/>
                    </a:schemeClr>
                  </a:solidFill>
                  <a:latin typeface="IBM Plex Sans" charset="0"/>
                  <a:ea typeface="IBM Plex Sans" charset="0"/>
                  <a:cs typeface="IBM Plex Sans" charset="0"/>
                </a:rPr>
                <a:t> </a:t>
              </a:r>
            </a:p>
          </p:txBody>
        </p:sp>
        <p:sp>
          <p:nvSpPr>
            <p:cNvPr id="22" name="Date Placeholder 2">
              <a:extLst>
                <a:ext uri="{FF2B5EF4-FFF2-40B4-BE49-F238E27FC236}">
                  <a16:creationId xmlns:a16="http://schemas.microsoft.com/office/drawing/2014/main" id="{DD00903B-50C3-4164-9E35-72DB9D33D26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256150" y="7899655"/>
              <a:ext cx="1371600" cy="220571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Bef>
                  <a:spcPts val="0"/>
                </a:spcBef>
                <a:spcAft>
                  <a:spcPts val="0"/>
                </a:spcAft>
                <a:tabLst/>
                <a:defRPr/>
              </a:pPr>
              <a:r>
                <a:rPr lang="en-US" sz="666" b="0" i="0" dirty="0">
                  <a:solidFill>
                    <a:schemeClr val="tx1">
                      <a:alpha val="60000"/>
                    </a:schemeClr>
                  </a:solidFill>
                  <a:latin typeface="IBM Plex Sans" charset="0"/>
                  <a:ea typeface="IBM Plex Sans" charset="0"/>
                  <a:cs typeface="IBM Plex Sans" charset="0"/>
                </a:rPr>
                <a:t> </a:t>
              </a:r>
              <a:fld id="{7C9968D1-C8E5-4FE3-AED4-7D4518C301B3}" type="datetime3">
                <a:rPr lang="en-US" sz="666" b="0" i="0" smtClean="0">
                  <a:solidFill>
                    <a:schemeClr val="tx1">
                      <a:alpha val="60000"/>
                    </a:schemeClr>
                  </a:solidFill>
                  <a:latin typeface="IBM Plex Sans" charset="0"/>
                  <a:ea typeface="IBM Plex Sans" charset="0"/>
                  <a:cs typeface="IBM Plex Sans" charset="0"/>
                </a:rPr>
                <a:pPr marL="0" indent="0" fontAlgn="auto">
                  <a:spcBef>
                    <a:spcPts val="0"/>
                  </a:spcBef>
                  <a:spcAft>
                    <a:spcPts val="0"/>
                  </a:spcAft>
                  <a:tabLst/>
                  <a:defRPr/>
                </a:pPr>
                <a:t>12 December 2025</a:t>
              </a:fld>
              <a:endParaRPr lang="en-US" sz="666" b="0" i="0" dirty="0">
                <a:solidFill>
                  <a:schemeClr val="tx1">
                    <a:alpha val="60000"/>
                  </a:schemeClr>
                </a:solidFill>
                <a:latin typeface="IBM Plex Sans" charset="0"/>
                <a:ea typeface="IBM Plex Sans" charset="0"/>
                <a:cs typeface="IBM Plex Sans" charset="0"/>
              </a:endParaRPr>
            </a:p>
          </p:txBody>
        </p:sp>
      </p:grp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CDA2B53D-CB2B-4B24-8D89-B7788272C31B}"/>
              </a:ext>
            </a:extLst>
          </p:cNvPr>
          <p:cNvSpPr txBox="1">
            <a:spLocks/>
          </p:cNvSpPr>
          <p:nvPr userDrawn="1"/>
        </p:nvSpPr>
        <p:spPr>
          <a:xfrm>
            <a:off x="3238500" y="6583680"/>
            <a:ext cx="1903680" cy="182543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500" kern="1200">
                <a:solidFill>
                  <a:schemeClr val="bg2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66" b="0" i="0" dirty="0">
                <a:solidFill>
                  <a:schemeClr val="tx1">
                    <a:alpha val="60000"/>
                  </a:schemeClr>
                </a:solidFill>
                <a:latin typeface="IBM Plex Sans" charset="0"/>
                <a:ea typeface="IBM Plex Sans" charset="0"/>
                <a:cs typeface="IBM Plex Sans" charset="0"/>
              </a:rPr>
              <a:t>IBM Services</a:t>
            </a:r>
          </a:p>
        </p:txBody>
      </p: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3E8EE372-F640-4FA7-AC72-7A1A6FFA91FD}"/>
              </a:ext>
            </a:extLst>
          </p:cNvPr>
          <p:cNvSpPr txBox="1">
            <a:spLocks/>
          </p:cNvSpPr>
          <p:nvPr userDrawn="1"/>
        </p:nvSpPr>
        <p:spPr>
          <a:xfrm>
            <a:off x="379048" y="6578160"/>
            <a:ext cx="273233" cy="182542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FD999D4-B456-9943-89B7-30D56181CE18}" type="slidenum">
              <a:rPr lang="en-US" sz="667" b="0" i="0" smtClean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pPr algn="l"/>
              <a:t>‹#›</a:t>
            </a:fld>
            <a:endParaRPr lang="en-US" sz="667" b="0" i="0" dirty="0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3B0365F-2C59-45D7-9291-A427AB920117}"/>
              </a:ext>
            </a:extLst>
          </p:cNvPr>
          <p:cNvSpPr/>
          <p:nvPr userDrawn="1"/>
        </p:nvSpPr>
        <p:spPr>
          <a:xfrm flipV="1">
            <a:off x="0" y="0"/>
            <a:ext cx="12192000" cy="1714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500" b="0" i="0" dirty="0">
              <a:latin typeface="IBM Plex Sans" panose="020B0503050000000000" pitchFamily="34" charset="0"/>
            </a:endParaRP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59A6DE6F-377D-453B-BEBC-AB1E7548B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71500"/>
            <a:ext cx="11430000" cy="952500"/>
          </a:xfrm>
        </p:spPr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  <a:latin typeface="IBM Plex Sans" charset="0"/>
                <a:ea typeface="IBM Plex Sans" charset="0"/>
                <a:cs typeface="IBM Plex Sans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9A5F7A64-9B8E-4A2A-9317-649C6F5C1F8F}"/>
              </a:ext>
            </a:extLst>
          </p:cNvPr>
          <p:cNvSpPr txBox="1">
            <a:spLocks/>
          </p:cNvSpPr>
          <p:nvPr userDrawn="1"/>
        </p:nvSpPr>
        <p:spPr>
          <a:xfrm>
            <a:off x="381000" y="220980"/>
            <a:ext cx="5486400" cy="2286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Tx/>
              <a:buNone/>
              <a:tabLst/>
              <a:defRPr lang="en-US" sz="1600" b="0" i="0" kern="1200">
                <a:solidFill>
                  <a:schemeClr val="accent1"/>
                </a:solidFill>
                <a:latin typeface="IBM Plex Sans" charset="0"/>
                <a:ea typeface="IBM Plex Sans" charset="0"/>
                <a:cs typeface="IBM Plex Sans" charset="0"/>
              </a:defRPr>
            </a:lvl1pPr>
            <a:lvl2pPr marL="2286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LucidaGrande" charset="0"/>
              <a:buChar char="-"/>
              <a:defRPr lang="en-US" sz="1600" b="0" i="0" kern="1200">
                <a:solidFill>
                  <a:schemeClr val="accent1"/>
                </a:solidFill>
                <a:latin typeface="IBM Plex Sans" charset="0"/>
                <a:ea typeface="IBM Plex Sans" charset="0"/>
                <a:cs typeface="Arial" charset="0"/>
              </a:defRPr>
            </a:lvl2pPr>
            <a:lvl3pPr marL="4572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1600" b="0" i="0" kern="1200">
                <a:solidFill>
                  <a:schemeClr val="accent1"/>
                </a:solidFill>
                <a:latin typeface="IBM Plex Sans" charset="0"/>
                <a:ea typeface="IBM Plex Sans" charset="0"/>
                <a:cs typeface="Arial" charset="0"/>
              </a:defRPr>
            </a:lvl3pPr>
            <a:lvl4pPr marL="6858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.AppleSystemUIFont" charset="-120"/>
              <a:buChar char="–"/>
              <a:defRPr lang="en-US" sz="1600" b="0" i="0" kern="1200">
                <a:solidFill>
                  <a:schemeClr val="accent1"/>
                </a:solidFill>
                <a:latin typeface="IBM Plex Sans" charset="0"/>
                <a:ea typeface="+mn-ea"/>
                <a:cs typeface="+mn-cs"/>
              </a:defRPr>
            </a:lvl4pPr>
            <a:lvl5pPr marL="9144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2000" b="0" i="0" kern="1200" dirty="0">
                <a:solidFill>
                  <a:schemeClr val="bg2"/>
                </a:solidFill>
                <a:latin typeface="IBM Plex Sans" charset="0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/>
              <a:t>Cognitive Business Decision Support</a:t>
            </a:r>
          </a:p>
          <a:p>
            <a:endParaRPr lang="en-US" sz="1333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A52D082-A107-4263-8BBE-2C4EE9BDA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14500"/>
            <a:ext cx="2667000" cy="43815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9B7FA10-A984-43BB-8587-91EFB0F2771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23000" y="1714500"/>
            <a:ext cx="2667000" cy="43815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B0ABE77-4FA7-4B5D-98B4-5D0ED9EEF7E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302000" y="1714500"/>
            <a:ext cx="2667000" cy="43815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3FA30DA-F8AE-49DF-AF0F-0817EF158F1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0" y="1714500"/>
            <a:ext cx="2667000" cy="43815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910030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4_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 flipV="1">
            <a:off x="0" y="0"/>
            <a:ext cx="12192000" cy="1714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500" b="0" i="0" dirty="0">
              <a:latin typeface="IBM Plex Sans" panose="020B0503050000000000" pitchFamily="34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571500"/>
            <a:ext cx="11430000" cy="952500"/>
          </a:xfrm>
        </p:spPr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  <a:latin typeface="IBM Plex Sans" charset="0"/>
                <a:ea typeface="IBM Plex Sans" charset="0"/>
                <a:cs typeface="IBM Plex Sans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765497-96E7-45B5-91E9-AEF8ED43C5F0}"/>
              </a:ext>
            </a:extLst>
          </p:cNvPr>
          <p:cNvSpPr/>
          <p:nvPr userDrawn="1"/>
        </p:nvSpPr>
        <p:spPr>
          <a:xfrm>
            <a:off x="0" y="1714500"/>
            <a:ext cx="1219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500" b="0" i="0" dirty="0">
              <a:latin typeface="IBM Plex Sans" panose="020B0503050000000000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9304634-063C-4207-A266-E95B2134A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048" y="1714500"/>
            <a:ext cx="5486400" cy="4381500"/>
          </a:xfrm>
        </p:spPr>
        <p:txBody>
          <a:bodyPr lIns="0" rIns="0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A4E80F5-CE81-4727-8FCD-08AAE63E749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24600" y="1714500"/>
            <a:ext cx="5486400" cy="4381500"/>
          </a:xfrm>
        </p:spPr>
        <p:txBody>
          <a:bodyPr lIns="0" rIns="0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3D6F2C4-2AA4-43A7-97D5-59D29D248FE8}"/>
              </a:ext>
            </a:extLst>
          </p:cNvPr>
          <p:cNvGrpSpPr/>
          <p:nvPr userDrawn="1"/>
        </p:nvGrpSpPr>
        <p:grpSpPr>
          <a:xfrm>
            <a:off x="762000" y="6583046"/>
            <a:ext cx="2261125" cy="183809"/>
            <a:chOff x="914400" y="7899655"/>
            <a:chExt cx="2713350" cy="220571"/>
          </a:xfrm>
        </p:grpSpPr>
        <p:sp>
          <p:nvSpPr>
            <p:cNvPr id="18" name="Footer Placeholder 3">
              <a:extLst>
                <a:ext uri="{FF2B5EF4-FFF2-40B4-BE49-F238E27FC236}">
                  <a16:creationId xmlns:a16="http://schemas.microsoft.com/office/drawing/2014/main" id="{0B0E4814-6F52-4E31-B089-4CFA2958B31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14400" y="7900416"/>
              <a:ext cx="2284416" cy="219051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500" kern="1200">
                  <a:solidFill>
                    <a:schemeClr val="bg2">
                      <a:alpha val="6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66" b="0" i="0" dirty="0">
                  <a:latin typeface="IBM Plex Sans" panose="020B0503050000000000" pitchFamily="34" charset="0"/>
                  <a:ea typeface="IBM Plex Sans" charset="0"/>
                  <a:cs typeface="IBM Plex Sans" charset="0"/>
                </a:rPr>
                <a:t>©</a:t>
              </a:r>
              <a:r>
                <a:rPr lang="en-US" sz="333" b="0" i="0" dirty="0">
                  <a:latin typeface="IBM Plex Sans" panose="020B0503050000000000" pitchFamily="34" charset="0"/>
                  <a:ea typeface="IBM Plex Sans" charset="0"/>
                  <a:cs typeface="IBM Plex Sans" charset="0"/>
                </a:rPr>
                <a:t> </a:t>
              </a:r>
              <a:r>
                <a:rPr lang="en-US" sz="666" b="0" i="0" dirty="0">
                  <a:latin typeface="IBM Plex Sans" panose="020B0503050000000000" pitchFamily="34" charset="0"/>
                  <a:ea typeface="IBM Plex Sans" charset="0"/>
                  <a:cs typeface="IBM Plex Sans" charset="0"/>
                </a:rPr>
                <a:t>2019 IBM Corporation</a:t>
              </a:r>
              <a:r>
                <a:rPr lang="en-US" sz="666" b="0" i="0" baseline="0" dirty="0">
                  <a:latin typeface="IBM Plex Sans" panose="020B0503050000000000" pitchFamily="34" charset="0"/>
                  <a:ea typeface="IBM Plex Sans" charset="0"/>
                  <a:cs typeface="IBM Plex Sans" charset="0"/>
                </a:rPr>
                <a:t>              </a:t>
              </a:r>
              <a:r>
                <a:rPr lang="en-US" sz="666" b="0" i="0" dirty="0">
                  <a:latin typeface="IBM Plex Sans" panose="020B0503050000000000" pitchFamily="34" charset="0"/>
                  <a:ea typeface="IBM Plex Sans" charset="0"/>
                  <a:cs typeface="IBM Plex Sans" charset="0"/>
                </a:rPr>
                <a:t> </a:t>
              </a:r>
            </a:p>
          </p:txBody>
        </p:sp>
        <p:sp>
          <p:nvSpPr>
            <p:cNvPr id="19" name="Date Placeholder 2">
              <a:extLst>
                <a:ext uri="{FF2B5EF4-FFF2-40B4-BE49-F238E27FC236}">
                  <a16:creationId xmlns:a16="http://schemas.microsoft.com/office/drawing/2014/main" id="{05900293-6D57-48FD-BA16-0A0C328639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256150" y="7899655"/>
              <a:ext cx="1371600" cy="220571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Bef>
                  <a:spcPts val="0"/>
                </a:spcBef>
                <a:spcAft>
                  <a:spcPts val="0"/>
                </a:spcAft>
                <a:tabLst/>
                <a:defRPr/>
              </a:pPr>
              <a:r>
                <a:rPr lang="en-US" sz="666" b="0" i="0" dirty="0">
                  <a:solidFill>
                    <a:schemeClr val="bg2">
                      <a:alpha val="60000"/>
                    </a:schemeClr>
                  </a:solidFill>
                  <a:latin typeface="IBM Plex Sans" panose="020B0503050000000000" pitchFamily="34" charset="0"/>
                  <a:ea typeface="IBM Plex Sans" charset="0"/>
                  <a:cs typeface="IBM Plex Sans" charset="0"/>
                </a:rPr>
                <a:t> </a:t>
              </a:r>
              <a:fld id="{7C9968D1-C8E5-4FE3-AED4-7D4518C301B3}" type="datetime3">
                <a:rPr lang="en-US" sz="666" b="0" i="0" smtClean="0">
                  <a:solidFill>
                    <a:schemeClr val="bg2">
                      <a:alpha val="60000"/>
                    </a:schemeClr>
                  </a:solidFill>
                  <a:latin typeface="IBM Plex Sans" panose="020B0503050000000000" pitchFamily="34" charset="0"/>
                  <a:ea typeface="IBM Plex Sans" charset="0"/>
                  <a:cs typeface="IBM Plex Sans" charset="0"/>
                </a:rPr>
                <a:pPr marL="0" indent="0" fontAlgn="auto">
                  <a:spcBef>
                    <a:spcPts val="0"/>
                  </a:spcBef>
                  <a:spcAft>
                    <a:spcPts val="0"/>
                  </a:spcAft>
                  <a:tabLst/>
                  <a:defRPr/>
                </a:pPr>
                <a:t>12 December 2025</a:t>
              </a:fld>
              <a:endParaRPr lang="en-US" sz="666" b="0" i="0" dirty="0">
                <a:solidFill>
                  <a:schemeClr val="bg2">
                    <a:alpha val="60000"/>
                  </a:schemeClr>
                </a:solidFill>
                <a:latin typeface="IBM Plex Sans" panose="020B0503050000000000" pitchFamily="34" charset="0"/>
                <a:ea typeface="IBM Plex Sans" charset="0"/>
                <a:cs typeface="IBM Plex Sans" charset="0"/>
              </a:endParaRPr>
            </a:p>
          </p:txBody>
        </p:sp>
      </p:grp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13BC05BE-AA58-4CEA-BCBF-7E2573EF6BDC}"/>
              </a:ext>
            </a:extLst>
          </p:cNvPr>
          <p:cNvSpPr txBox="1">
            <a:spLocks/>
          </p:cNvSpPr>
          <p:nvPr userDrawn="1"/>
        </p:nvSpPr>
        <p:spPr>
          <a:xfrm>
            <a:off x="3238500" y="6583680"/>
            <a:ext cx="1903680" cy="182543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500" kern="1200">
                <a:solidFill>
                  <a:schemeClr val="bg2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66" b="0" i="0" dirty="0">
                <a:latin typeface="IBM Plex Sans" panose="020B0503050000000000" pitchFamily="34" charset="0"/>
                <a:ea typeface="IBM Plex Sans" charset="0"/>
                <a:cs typeface="IBM Plex Sans" charset="0"/>
              </a:rPr>
              <a:t>IBM Services</a:t>
            </a:r>
          </a:p>
        </p:txBody>
      </p:sp>
      <p:sp>
        <p:nvSpPr>
          <p:cNvPr id="21" name="Slide Number Placeholder 2">
            <a:extLst>
              <a:ext uri="{FF2B5EF4-FFF2-40B4-BE49-F238E27FC236}">
                <a16:creationId xmlns:a16="http://schemas.microsoft.com/office/drawing/2014/main" id="{D9423F60-B2CB-40F6-940A-62463E2E6C88}"/>
              </a:ext>
            </a:extLst>
          </p:cNvPr>
          <p:cNvSpPr txBox="1">
            <a:spLocks/>
          </p:cNvSpPr>
          <p:nvPr userDrawn="1"/>
        </p:nvSpPr>
        <p:spPr>
          <a:xfrm>
            <a:off x="379048" y="6578160"/>
            <a:ext cx="273233" cy="182542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FD999D4-B456-9943-89B7-30D56181CE18}" type="slidenum">
              <a:rPr lang="en-US" sz="667" b="0" i="0" smtClean="0">
                <a:solidFill>
                  <a:schemeClr val="bg2"/>
                </a:solidFill>
                <a:latin typeface="IBM Plex Sans" panose="020B0503050000000000" pitchFamily="34" charset="0"/>
                <a:ea typeface="IBM Plex Sans" charset="0"/>
                <a:cs typeface="IBM Plex Sans" charset="0"/>
              </a:rPr>
              <a:pPr algn="l"/>
              <a:t>‹#›</a:t>
            </a:fld>
            <a:endParaRPr lang="en-US" sz="667" b="0" i="0" dirty="0">
              <a:solidFill>
                <a:schemeClr val="bg2"/>
              </a:solidFill>
              <a:latin typeface="IBM Plex Sans" panose="020B0503050000000000" pitchFamily="34" charset="0"/>
              <a:ea typeface="IBM Plex Sans" charset="0"/>
              <a:cs typeface="IBM Plex Sans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44C84AE-BC42-4121-9EDE-F612FFE2BF1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019" y="6515113"/>
            <a:ext cx="471765" cy="19050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6294792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4_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 flipV="1">
            <a:off x="0" y="0"/>
            <a:ext cx="12192000" cy="1714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500" b="0" i="0" dirty="0">
              <a:latin typeface="IBM Plex Sans" panose="020B0503050000000000" pitchFamily="34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571500"/>
            <a:ext cx="11430000" cy="952500"/>
          </a:xfrm>
        </p:spPr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  <a:latin typeface="IBM Plex Sans" charset="0"/>
                <a:ea typeface="IBM Plex Sans" charset="0"/>
                <a:cs typeface="IBM Plex Sans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60BC990-81AC-44C0-BBC7-70505416C8B8}"/>
              </a:ext>
            </a:extLst>
          </p:cNvPr>
          <p:cNvSpPr txBox="1">
            <a:spLocks/>
          </p:cNvSpPr>
          <p:nvPr userDrawn="1"/>
        </p:nvSpPr>
        <p:spPr>
          <a:xfrm>
            <a:off x="381000" y="220980"/>
            <a:ext cx="5486400" cy="2286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Tx/>
              <a:buNone/>
              <a:tabLst/>
              <a:defRPr lang="en-US" sz="1600" b="0" i="0" kern="1200">
                <a:solidFill>
                  <a:schemeClr val="accent1"/>
                </a:solidFill>
                <a:latin typeface="IBM Plex Sans" charset="0"/>
                <a:ea typeface="IBM Plex Sans" charset="0"/>
                <a:cs typeface="IBM Plex Sans" charset="0"/>
              </a:defRPr>
            </a:lvl1pPr>
            <a:lvl2pPr marL="2286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LucidaGrande" charset="0"/>
              <a:buChar char="-"/>
              <a:defRPr lang="en-US" sz="1600" b="0" i="0" kern="1200">
                <a:solidFill>
                  <a:schemeClr val="accent1"/>
                </a:solidFill>
                <a:latin typeface="IBM Plex Sans" charset="0"/>
                <a:ea typeface="IBM Plex Sans" charset="0"/>
                <a:cs typeface="Arial" charset="0"/>
              </a:defRPr>
            </a:lvl2pPr>
            <a:lvl3pPr marL="4572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1600" b="0" i="0" kern="1200">
                <a:solidFill>
                  <a:schemeClr val="accent1"/>
                </a:solidFill>
                <a:latin typeface="IBM Plex Sans" charset="0"/>
                <a:ea typeface="IBM Plex Sans" charset="0"/>
                <a:cs typeface="Arial" charset="0"/>
              </a:defRPr>
            </a:lvl3pPr>
            <a:lvl4pPr marL="6858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.AppleSystemUIFont" charset="-120"/>
              <a:buChar char="–"/>
              <a:defRPr lang="en-US" sz="1600" b="0" i="0" kern="1200">
                <a:solidFill>
                  <a:schemeClr val="accent1"/>
                </a:solidFill>
                <a:latin typeface="IBM Plex Sans" charset="0"/>
                <a:ea typeface="+mn-ea"/>
                <a:cs typeface="+mn-cs"/>
              </a:defRPr>
            </a:lvl4pPr>
            <a:lvl5pPr marL="9144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2000" b="0" i="0" kern="1200" dirty="0">
                <a:solidFill>
                  <a:schemeClr val="bg2"/>
                </a:solidFill>
                <a:latin typeface="IBM Plex Sans" charset="0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/>
              <a:t>Cognitive Business Decision Support</a:t>
            </a:r>
          </a:p>
          <a:p>
            <a:endParaRPr lang="en-US" sz="1333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443BD9-30A7-456F-8280-7C31EABD8C0D}"/>
              </a:ext>
            </a:extLst>
          </p:cNvPr>
          <p:cNvSpPr/>
          <p:nvPr userDrawn="1"/>
        </p:nvSpPr>
        <p:spPr>
          <a:xfrm>
            <a:off x="0" y="1714500"/>
            <a:ext cx="1219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500" b="0" i="0" dirty="0">
              <a:latin typeface="IBM Plex Sans" panose="020B0503050000000000" pitchFamily="34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0E6D348-A829-4CB1-98D4-2C81ABFD6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14500"/>
            <a:ext cx="2667000" cy="43815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A778402-B8D7-4E47-9003-9F4FDED44FC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23000" y="1714500"/>
            <a:ext cx="2667000" cy="43815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3911816-708F-461D-8799-D269AC6929F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302000" y="1714500"/>
            <a:ext cx="2667000" cy="43815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8BB073F-128A-4AA1-AAAD-5BC7785419E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0" y="1714500"/>
            <a:ext cx="2667000" cy="43815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00C7026-46CA-4046-9E10-CE900AC247BF}"/>
              </a:ext>
            </a:extLst>
          </p:cNvPr>
          <p:cNvGrpSpPr/>
          <p:nvPr userDrawn="1"/>
        </p:nvGrpSpPr>
        <p:grpSpPr>
          <a:xfrm>
            <a:off x="762000" y="6583046"/>
            <a:ext cx="2261125" cy="183809"/>
            <a:chOff x="914400" y="7899655"/>
            <a:chExt cx="2713350" cy="220571"/>
          </a:xfrm>
        </p:grpSpPr>
        <p:sp>
          <p:nvSpPr>
            <p:cNvPr id="19" name="Footer Placeholder 3">
              <a:extLst>
                <a:ext uri="{FF2B5EF4-FFF2-40B4-BE49-F238E27FC236}">
                  <a16:creationId xmlns:a16="http://schemas.microsoft.com/office/drawing/2014/main" id="{81D7BB06-C49D-49E2-B4EA-EE54C27B591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14400" y="7900416"/>
              <a:ext cx="2284416" cy="219051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500" kern="1200">
                  <a:solidFill>
                    <a:schemeClr val="bg2">
                      <a:alpha val="6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66" b="0" i="0" dirty="0">
                  <a:latin typeface="IBM Plex Sans" panose="020B0503050000000000" pitchFamily="34" charset="0"/>
                  <a:ea typeface="IBM Plex Sans" charset="0"/>
                  <a:cs typeface="IBM Plex Sans" charset="0"/>
                </a:rPr>
                <a:t>©</a:t>
              </a:r>
              <a:r>
                <a:rPr lang="en-US" sz="333" b="0" i="0" dirty="0">
                  <a:latin typeface="IBM Plex Sans" panose="020B0503050000000000" pitchFamily="34" charset="0"/>
                  <a:ea typeface="IBM Plex Sans" charset="0"/>
                  <a:cs typeface="IBM Plex Sans" charset="0"/>
                </a:rPr>
                <a:t> </a:t>
              </a:r>
              <a:r>
                <a:rPr lang="en-US" sz="666" b="0" i="0" dirty="0">
                  <a:latin typeface="IBM Plex Sans" panose="020B0503050000000000" pitchFamily="34" charset="0"/>
                  <a:ea typeface="IBM Plex Sans" charset="0"/>
                  <a:cs typeface="IBM Plex Sans" charset="0"/>
                </a:rPr>
                <a:t>2019 IBM Corporation</a:t>
              </a:r>
              <a:r>
                <a:rPr lang="en-US" sz="666" b="0" i="0" baseline="0" dirty="0">
                  <a:latin typeface="IBM Plex Sans" panose="020B0503050000000000" pitchFamily="34" charset="0"/>
                  <a:ea typeface="IBM Plex Sans" charset="0"/>
                  <a:cs typeface="IBM Plex Sans" charset="0"/>
                </a:rPr>
                <a:t>              </a:t>
              </a:r>
              <a:r>
                <a:rPr lang="en-US" sz="666" b="0" i="0" dirty="0">
                  <a:latin typeface="IBM Plex Sans" panose="020B0503050000000000" pitchFamily="34" charset="0"/>
                  <a:ea typeface="IBM Plex Sans" charset="0"/>
                  <a:cs typeface="IBM Plex Sans" charset="0"/>
                </a:rPr>
                <a:t> </a:t>
              </a:r>
            </a:p>
          </p:txBody>
        </p:sp>
        <p:sp>
          <p:nvSpPr>
            <p:cNvPr id="20" name="Date Placeholder 2">
              <a:extLst>
                <a:ext uri="{FF2B5EF4-FFF2-40B4-BE49-F238E27FC236}">
                  <a16:creationId xmlns:a16="http://schemas.microsoft.com/office/drawing/2014/main" id="{06DE5E68-0A65-4D2D-843C-546999DDE3D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256150" y="7899655"/>
              <a:ext cx="1371600" cy="220571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Bef>
                  <a:spcPts val="0"/>
                </a:spcBef>
                <a:spcAft>
                  <a:spcPts val="0"/>
                </a:spcAft>
                <a:tabLst/>
                <a:defRPr/>
              </a:pPr>
              <a:r>
                <a:rPr lang="en-US" sz="666" b="0" i="0" dirty="0">
                  <a:solidFill>
                    <a:schemeClr val="bg2">
                      <a:alpha val="60000"/>
                    </a:schemeClr>
                  </a:solidFill>
                  <a:latin typeface="IBM Plex Sans" panose="020B0503050000000000" pitchFamily="34" charset="0"/>
                  <a:ea typeface="IBM Plex Sans" charset="0"/>
                  <a:cs typeface="IBM Plex Sans" charset="0"/>
                </a:rPr>
                <a:t> </a:t>
              </a:r>
              <a:fld id="{7C9968D1-C8E5-4FE3-AED4-7D4518C301B3}" type="datetime3">
                <a:rPr lang="en-US" sz="666" b="0" i="0" smtClean="0">
                  <a:solidFill>
                    <a:schemeClr val="bg2">
                      <a:alpha val="60000"/>
                    </a:schemeClr>
                  </a:solidFill>
                  <a:latin typeface="IBM Plex Sans" panose="020B0503050000000000" pitchFamily="34" charset="0"/>
                  <a:ea typeface="IBM Plex Sans" charset="0"/>
                  <a:cs typeface="IBM Plex Sans" charset="0"/>
                </a:rPr>
                <a:pPr marL="0" indent="0" fontAlgn="auto">
                  <a:spcBef>
                    <a:spcPts val="0"/>
                  </a:spcBef>
                  <a:spcAft>
                    <a:spcPts val="0"/>
                  </a:spcAft>
                  <a:tabLst/>
                  <a:defRPr/>
                </a:pPr>
                <a:t>12 December 2025</a:t>
              </a:fld>
              <a:endParaRPr lang="en-US" sz="666" b="0" i="0" dirty="0">
                <a:solidFill>
                  <a:schemeClr val="bg2">
                    <a:alpha val="60000"/>
                  </a:schemeClr>
                </a:solidFill>
                <a:latin typeface="IBM Plex Sans" panose="020B0503050000000000" pitchFamily="34" charset="0"/>
                <a:ea typeface="IBM Plex Sans" charset="0"/>
                <a:cs typeface="IBM Plex Sans" charset="0"/>
              </a:endParaRPr>
            </a:p>
          </p:txBody>
        </p:sp>
      </p:grp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4256B517-5CBB-475E-869C-BF79DCF75BEB}"/>
              </a:ext>
            </a:extLst>
          </p:cNvPr>
          <p:cNvSpPr txBox="1">
            <a:spLocks/>
          </p:cNvSpPr>
          <p:nvPr userDrawn="1"/>
        </p:nvSpPr>
        <p:spPr>
          <a:xfrm>
            <a:off x="3238500" y="6583680"/>
            <a:ext cx="1903680" cy="182543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500" kern="1200">
                <a:solidFill>
                  <a:schemeClr val="bg2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66" b="0" i="0" dirty="0">
                <a:latin typeface="IBM Plex Sans" panose="020B0503050000000000" pitchFamily="34" charset="0"/>
                <a:ea typeface="IBM Plex Sans" charset="0"/>
                <a:cs typeface="IBM Plex Sans" charset="0"/>
              </a:rPr>
              <a:t>IBM Services</a:t>
            </a:r>
          </a:p>
        </p:txBody>
      </p:sp>
      <p:sp>
        <p:nvSpPr>
          <p:cNvPr id="22" name="Slide Number Placeholder 2">
            <a:extLst>
              <a:ext uri="{FF2B5EF4-FFF2-40B4-BE49-F238E27FC236}">
                <a16:creationId xmlns:a16="http://schemas.microsoft.com/office/drawing/2014/main" id="{F25FF445-07C4-4205-BC0A-5A6EB1DBECF4}"/>
              </a:ext>
            </a:extLst>
          </p:cNvPr>
          <p:cNvSpPr txBox="1">
            <a:spLocks/>
          </p:cNvSpPr>
          <p:nvPr userDrawn="1"/>
        </p:nvSpPr>
        <p:spPr>
          <a:xfrm>
            <a:off x="379048" y="6578160"/>
            <a:ext cx="273233" cy="182542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FD999D4-B456-9943-89B7-30D56181CE18}" type="slidenum">
              <a:rPr lang="en-US" sz="667" b="0" i="0" smtClean="0">
                <a:solidFill>
                  <a:schemeClr val="bg2"/>
                </a:solidFill>
                <a:latin typeface="IBM Plex Sans" panose="020B0503050000000000" pitchFamily="34" charset="0"/>
                <a:ea typeface="IBM Plex Sans" charset="0"/>
                <a:cs typeface="IBM Plex Sans" charset="0"/>
              </a:rPr>
              <a:pPr algn="l"/>
              <a:t>‹#›</a:t>
            </a:fld>
            <a:endParaRPr lang="en-US" sz="667" b="0" i="0" dirty="0">
              <a:solidFill>
                <a:schemeClr val="bg2"/>
              </a:solidFill>
              <a:latin typeface="IBM Plex Sans" panose="020B0503050000000000" pitchFamily="34" charset="0"/>
              <a:ea typeface="IBM Plex Sans" charset="0"/>
              <a:cs typeface="IBM Plex Sans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6BB259C-F6F2-490F-9F7D-78470C36CDC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019" y="6515113"/>
            <a:ext cx="471765" cy="19050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7085543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6034CDA-3500-4FB7-98BE-A25B705E668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500" b="0" i="0" dirty="0">
              <a:latin typeface="IBM Plex Sans" panose="020B0503050000000000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8B98331-8504-4134-B370-7D62D50D1CE7}"/>
              </a:ext>
            </a:extLst>
          </p:cNvPr>
          <p:cNvGrpSpPr/>
          <p:nvPr userDrawn="1"/>
        </p:nvGrpSpPr>
        <p:grpSpPr>
          <a:xfrm>
            <a:off x="762000" y="6583046"/>
            <a:ext cx="2261125" cy="183809"/>
            <a:chOff x="914400" y="7899655"/>
            <a:chExt cx="2713350" cy="220571"/>
          </a:xfrm>
        </p:grpSpPr>
        <p:sp>
          <p:nvSpPr>
            <p:cNvPr id="6" name="Footer Placeholder 3">
              <a:extLst>
                <a:ext uri="{FF2B5EF4-FFF2-40B4-BE49-F238E27FC236}">
                  <a16:creationId xmlns:a16="http://schemas.microsoft.com/office/drawing/2014/main" id="{AEBDC62C-D818-421F-B8FB-596ED2CEAD7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14400" y="7900416"/>
              <a:ext cx="2284416" cy="219051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500" kern="1200">
                  <a:solidFill>
                    <a:schemeClr val="bg2">
                      <a:alpha val="6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66" b="0" i="0" dirty="0">
                  <a:latin typeface="IBM Plex Sans" panose="020B0503050000000000" pitchFamily="34" charset="0"/>
                  <a:ea typeface="IBM Plex Sans" charset="0"/>
                  <a:cs typeface="IBM Plex Sans" charset="0"/>
                </a:rPr>
                <a:t>©</a:t>
              </a:r>
              <a:r>
                <a:rPr lang="en-US" sz="333" b="0" i="0" dirty="0">
                  <a:latin typeface="IBM Plex Sans" panose="020B0503050000000000" pitchFamily="34" charset="0"/>
                  <a:ea typeface="IBM Plex Sans" charset="0"/>
                  <a:cs typeface="IBM Plex Sans" charset="0"/>
                </a:rPr>
                <a:t> </a:t>
              </a:r>
              <a:r>
                <a:rPr lang="en-US" sz="666" b="0" i="0" dirty="0">
                  <a:latin typeface="IBM Plex Sans" panose="020B0503050000000000" pitchFamily="34" charset="0"/>
                  <a:ea typeface="IBM Plex Sans" charset="0"/>
                  <a:cs typeface="IBM Plex Sans" charset="0"/>
                </a:rPr>
                <a:t>2019 IBM Corporation</a:t>
              </a:r>
              <a:r>
                <a:rPr lang="en-US" sz="666" b="0" i="0" baseline="0" dirty="0">
                  <a:latin typeface="IBM Plex Sans" panose="020B0503050000000000" pitchFamily="34" charset="0"/>
                  <a:ea typeface="IBM Plex Sans" charset="0"/>
                  <a:cs typeface="IBM Plex Sans" charset="0"/>
                </a:rPr>
                <a:t>              </a:t>
              </a:r>
              <a:r>
                <a:rPr lang="en-US" sz="666" b="0" i="0" dirty="0">
                  <a:latin typeface="IBM Plex Sans" panose="020B0503050000000000" pitchFamily="34" charset="0"/>
                  <a:ea typeface="IBM Plex Sans" charset="0"/>
                  <a:cs typeface="IBM Plex Sans" charset="0"/>
                </a:rPr>
                <a:t> </a:t>
              </a:r>
            </a:p>
          </p:txBody>
        </p:sp>
        <p:sp>
          <p:nvSpPr>
            <p:cNvPr id="7" name="Date Placeholder 2">
              <a:extLst>
                <a:ext uri="{FF2B5EF4-FFF2-40B4-BE49-F238E27FC236}">
                  <a16:creationId xmlns:a16="http://schemas.microsoft.com/office/drawing/2014/main" id="{9E605A5E-C84B-4368-932A-FACCDE02175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256150" y="7899655"/>
              <a:ext cx="1371600" cy="220571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Bef>
                  <a:spcPts val="0"/>
                </a:spcBef>
                <a:spcAft>
                  <a:spcPts val="0"/>
                </a:spcAft>
                <a:tabLst/>
                <a:defRPr/>
              </a:pPr>
              <a:r>
                <a:rPr lang="en-US" sz="666" b="0" i="0" dirty="0">
                  <a:solidFill>
                    <a:schemeClr val="bg2">
                      <a:alpha val="60000"/>
                    </a:schemeClr>
                  </a:solidFill>
                  <a:latin typeface="IBM Plex Sans" panose="020B0503050000000000" pitchFamily="34" charset="0"/>
                  <a:ea typeface="IBM Plex Sans" charset="0"/>
                  <a:cs typeface="IBM Plex Sans" charset="0"/>
                </a:rPr>
                <a:t> </a:t>
              </a:r>
              <a:fld id="{7C9968D1-C8E5-4FE3-AED4-7D4518C301B3}" type="datetime3">
                <a:rPr lang="en-US" sz="666" b="0" i="0" smtClean="0">
                  <a:solidFill>
                    <a:schemeClr val="bg2">
                      <a:alpha val="60000"/>
                    </a:schemeClr>
                  </a:solidFill>
                  <a:latin typeface="IBM Plex Sans" panose="020B0503050000000000" pitchFamily="34" charset="0"/>
                  <a:ea typeface="IBM Plex Sans" charset="0"/>
                  <a:cs typeface="IBM Plex Sans" charset="0"/>
                </a:rPr>
                <a:pPr marL="0" indent="0" fontAlgn="auto">
                  <a:spcBef>
                    <a:spcPts val="0"/>
                  </a:spcBef>
                  <a:spcAft>
                    <a:spcPts val="0"/>
                  </a:spcAft>
                  <a:tabLst/>
                  <a:defRPr/>
                </a:pPr>
                <a:t>12 December 2025</a:t>
              </a:fld>
              <a:endParaRPr lang="en-US" sz="666" b="0" i="0" dirty="0">
                <a:solidFill>
                  <a:schemeClr val="bg2">
                    <a:alpha val="60000"/>
                  </a:schemeClr>
                </a:solidFill>
                <a:latin typeface="IBM Plex Sans" panose="020B0503050000000000" pitchFamily="34" charset="0"/>
                <a:ea typeface="IBM Plex Sans" charset="0"/>
                <a:cs typeface="IBM Plex Sans" charset="0"/>
              </a:endParaRPr>
            </a:p>
          </p:txBody>
        </p:sp>
      </p:grp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7EE6ADF6-814A-4615-8E06-827A2CC8A5A5}"/>
              </a:ext>
            </a:extLst>
          </p:cNvPr>
          <p:cNvSpPr txBox="1">
            <a:spLocks/>
          </p:cNvSpPr>
          <p:nvPr userDrawn="1"/>
        </p:nvSpPr>
        <p:spPr>
          <a:xfrm>
            <a:off x="3238500" y="6583680"/>
            <a:ext cx="1903680" cy="182543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500" kern="1200">
                <a:solidFill>
                  <a:schemeClr val="bg2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66" b="0" i="0" dirty="0">
                <a:latin typeface="IBM Plex Sans" panose="020B0503050000000000" pitchFamily="34" charset="0"/>
                <a:ea typeface="IBM Plex Sans" charset="0"/>
                <a:cs typeface="IBM Plex Sans" charset="0"/>
              </a:rPr>
              <a:t>IBM Services</a:t>
            </a: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EEC12BFF-7F98-4277-BDC0-70E85CED1472}"/>
              </a:ext>
            </a:extLst>
          </p:cNvPr>
          <p:cNvSpPr txBox="1">
            <a:spLocks/>
          </p:cNvSpPr>
          <p:nvPr userDrawn="1"/>
        </p:nvSpPr>
        <p:spPr>
          <a:xfrm>
            <a:off x="379048" y="6578160"/>
            <a:ext cx="273233" cy="182542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FD999D4-B456-9943-89B7-30D56181CE18}" type="slidenum">
              <a:rPr lang="en-US" sz="667" b="0" i="0" smtClean="0">
                <a:solidFill>
                  <a:schemeClr val="bg2"/>
                </a:solidFill>
                <a:latin typeface="IBM Plex Sans" panose="020B0503050000000000" pitchFamily="34" charset="0"/>
                <a:ea typeface="IBM Plex Sans" charset="0"/>
                <a:cs typeface="IBM Plex Sans" charset="0"/>
              </a:rPr>
              <a:pPr algn="l"/>
              <a:t>‹#›</a:t>
            </a:fld>
            <a:endParaRPr lang="en-US" sz="667" b="0" i="0" dirty="0">
              <a:solidFill>
                <a:schemeClr val="bg2"/>
              </a:solidFill>
              <a:latin typeface="IBM Plex Sans" panose="020B0503050000000000" pitchFamily="34" charset="0"/>
              <a:ea typeface="IBM Plex Sans" charset="0"/>
              <a:cs typeface="IBM Plex Sans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7B776B-70C1-40C6-B2EE-F6A4587633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019" y="6515113"/>
            <a:ext cx="471765" cy="190501"/>
          </a:xfrm>
          <a:prstGeom prst="rect">
            <a:avLst/>
          </a:prstGeom>
        </p:spPr>
      </p:pic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F0368779-3527-4C91-9115-7AD8DC857DFD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090707" y="2"/>
            <a:ext cx="3048000" cy="6476998"/>
          </a:xfrm>
          <a:prstGeom prst="rect">
            <a:avLst/>
          </a:prstGeom>
          <a:solidFill>
            <a:schemeClr val="accent2"/>
          </a:solidFill>
        </p:spPr>
        <p:txBody>
          <a:bodyPr lIns="228600" tIns="228600" rIns="0" bIns="0"/>
          <a:lstStyle>
            <a:lvl1pPr>
              <a:defRPr>
                <a:latin typeface="IBM Plex Sans" panose="020B0503050000000000" pitchFamily="34" charset="0"/>
              </a:defRPr>
            </a:lvl1pPr>
          </a:lstStyle>
          <a:p>
            <a:r>
              <a:rPr lang="en-US" sz="6000" b="1" dirty="0"/>
              <a:t>Text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3042103-029F-4D3B-A350-DAB642600DAF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9139518" y="0"/>
            <a:ext cx="3048000" cy="6476998"/>
          </a:xfrm>
          <a:prstGeom prst="rect">
            <a:avLst/>
          </a:prstGeom>
          <a:solidFill>
            <a:schemeClr val="accent2"/>
          </a:solidFill>
        </p:spPr>
        <p:txBody>
          <a:bodyPr lIns="228600" tIns="228600" rIns="0" bIns="0"/>
          <a:lstStyle>
            <a:lvl1pPr>
              <a:defRPr>
                <a:latin typeface="IBM Plex Sans" panose="020B0503050000000000" pitchFamily="34" charset="0"/>
              </a:defRPr>
            </a:lvl1pPr>
          </a:lstStyle>
          <a:p>
            <a:r>
              <a:rPr lang="en-US" sz="6000" b="1" dirty="0"/>
              <a:t>Text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19414549-693A-44D2-AA15-C1713661094F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042707" y="2"/>
            <a:ext cx="3048000" cy="6476998"/>
          </a:xfrm>
          <a:prstGeom prst="rect">
            <a:avLst/>
          </a:prstGeom>
          <a:solidFill>
            <a:schemeClr val="accent2"/>
          </a:solidFill>
        </p:spPr>
        <p:txBody>
          <a:bodyPr lIns="228600" tIns="228600" rIns="0" bIns="0"/>
          <a:lstStyle>
            <a:lvl1pPr>
              <a:defRPr>
                <a:latin typeface="IBM Plex Sans" panose="020B0503050000000000" pitchFamily="34" charset="0"/>
              </a:defRPr>
            </a:lvl1pPr>
          </a:lstStyle>
          <a:p>
            <a:r>
              <a:rPr lang="en-US" sz="6000" b="1" dirty="0"/>
              <a:t>Text</a:t>
            </a:r>
            <a:endParaRPr lang="en-US" dirty="0"/>
          </a:p>
        </p:txBody>
      </p:sp>
      <p:sp>
        <p:nvSpPr>
          <p:cNvPr id="14" name="Title 7">
            <a:extLst>
              <a:ext uri="{FF2B5EF4-FFF2-40B4-BE49-F238E27FC236}">
                <a16:creationId xmlns:a16="http://schemas.microsoft.com/office/drawing/2014/main" id="{8321DC30-D902-4106-9BF1-5426E9AC8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714500"/>
            <a:ext cx="2476500" cy="3048000"/>
          </a:xfrm>
        </p:spPr>
        <p:txBody>
          <a:bodyPr tIns="22860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D80B47B-31CE-41B3-B148-E86C37C88338}"/>
              </a:ext>
            </a:extLst>
          </p:cNvPr>
          <p:cNvCxnSpPr/>
          <p:nvPr userDrawn="1"/>
        </p:nvCxnSpPr>
        <p:spPr>
          <a:xfrm>
            <a:off x="6096000" y="220980"/>
            <a:ext cx="0" cy="6256020"/>
          </a:xfrm>
          <a:prstGeom prst="line">
            <a:avLst/>
          </a:prstGeom>
          <a:ln w="3175">
            <a:solidFill>
              <a:schemeClr val="tx2">
                <a:lumMod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F18F301-6446-4956-9FF6-928CE3E177A3}"/>
              </a:ext>
            </a:extLst>
          </p:cNvPr>
          <p:cNvCxnSpPr/>
          <p:nvPr userDrawn="1"/>
        </p:nvCxnSpPr>
        <p:spPr>
          <a:xfrm>
            <a:off x="9144000" y="220980"/>
            <a:ext cx="0" cy="6256020"/>
          </a:xfrm>
          <a:prstGeom prst="line">
            <a:avLst/>
          </a:prstGeom>
          <a:ln w="3175">
            <a:solidFill>
              <a:schemeClr val="tx2">
                <a:lumMod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11D50A8-87CA-42E3-AC7C-A17B0830A3BF}"/>
              </a:ext>
            </a:extLst>
          </p:cNvPr>
          <p:cNvCxnSpPr/>
          <p:nvPr userDrawn="1"/>
        </p:nvCxnSpPr>
        <p:spPr>
          <a:xfrm>
            <a:off x="3048000" y="342900"/>
            <a:ext cx="0" cy="6134100"/>
          </a:xfrm>
          <a:prstGeom prst="line">
            <a:avLst/>
          </a:prstGeom>
          <a:ln w="3175">
            <a:solidFill>
              <a:schemeClr val="tx2">
                <a:lumMod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2056D52F-2CD0-4624-B145-1712C63C8B0C}"/>
              </a:ext>
            </a:extLst>
          </p:cNvPr>
          <p:cNvSpPr txBox="1">
            <a:spLocks/>
          </p:cNvSpPr>
          <p:nvPr userDrawn="1"/>
        </p:nvSpPr>
        <p:spPr>
          <a:xfrm>
            <a:off x="381000" y="220980"/>
            <a:ext cx="2514600" cy="381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Tx/>
              <a:buNone/>
              <a:tabLst/>
              <a:defRPr lang="en-US" sz="1600" b="0" i="0" kern="1200">
                <a:solidFill>
                  <a:schemeClr val="accent1"/>
                </a:solidFill>
                <a:latin typeface="IBM Plex Sans" charset="0"/>
                <a:ea typeface="IBM Plex Sans" charset="0"/>
                <a:cs typeface="IBM Plex Sans" charset="0"/>
              </a:defRPr>
            </a:lvl1pPr>
            <a:lvl2pPr marL="2286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LucidaGrande" charset="0"/>
              <a:buChar char="-"/>
              <a:defRPr lang="en-US" sz="1600" b="0" i="0" kern="1200">
                <a:solidFill>
                  <a:schemeClr val="accent1"/>
                </a:solidFill>
                <a:latin typeface="IBM Plex Sans" charset="0"/>
                <a:ea typeface="IBM Plex Sans" charset="0"/>
                <a:cs typeface="Arial" charset="0"/>
              </a:defRPr>
            </a:lvl2pPr>
            <a:lvl3pPr marL="4572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1600" b="0" i="0" kern="1200">
                <a:solidFill>
                  <a:schemeClr val="accent1"/>
                </a:solidFill>
                <a:latin typeface="IBM Plex Sans" charset="0"/>
                <a:ea typeface="IBM Plex Sans" charset="0"/>
                <a:cs typeface="Arial" charset="0"/>
              </a:defRPr>
            </a:lvl3pPr>
            <a:lvl4pPr marL="6858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.AppleSystemUIFont" charset="-120"/>
              <a:buChar char="–"/>
              <a:defRPr lang="en-US" sz="1600" b="0" i="0" kern="1200">
                <a:solidFill>
                  <a:schemeClr val="accent1"/>
                </a:solidFill>
                <a:latin typeface="IBM Plex Sans" charset="0"/>
                <a:ea typeface="+mn-ea"/>
                <a:cs typeface="+mn-cs"/>
              </a:defRPr>
            </a:lvl4pPr>
            <a:lvl5pPr marL="9144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2000" b="0" i="0" kern="1200" dirty="0">
                <a:solidFill>
                  <a:schemeClr val="bg2"/>
                </a:solidFill>
                <a:latin typeface="IBM Plex Sans" charset="0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Cognitive Business Decision Support</a:t>
            </a:r>
          </a:p>
          <a:p>
            <a:endParaRPr lang="en-US" sz="1333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896597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3-1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 flipV="1">
            <a:off x="0" y="-1"/>
            <a:ext cx="12192000" cy="12732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51243"/>
              </a:solidFill>
              <a:effectLst/>
              <a:uLnTx/>
              <a:uFillTx/>
              <a:latin typeface="Arial Regular" charset="0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80928"/>
            <a:ext cx="10287000" cy="614905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14500"/>
            <a:ext cx="11391900" cy="43815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81000" y="220980"/>
            <a:ext cx="5486400" cy="228600"/>
          </a:xfrm>
        </p:spPr>
        <p:txBody>
          <a:bodyPr tIns="0">
            <a:noAutofit/>
          </a:bodyPr>
          <a:lstStyle>
            <a:lvl1pPr>
              <a:defRPr sz="1333">
                <a:solidFill>
                  <a:schemeClr val="accent1"/>
                </a:solidFill>
              </a:defRPr>
            </a:lvl1pPr>
            <a:lvl2pPr>
              <a:defRPr sz="1333">
                <a:solidFill>
                  <a:schemeClr val="accent1"/>
                </a:solidFill>
              </a:defRPr>
            </a:lvl2pPr>
            <a:lvl3pPr>
              <a:defRPr sz="1333">
                <a:solidFill>
                  <a:schemeClr val="accent1"/>
                </a:solidFill>
              </a:defRPr>
            </a:lvl3pPr>
            <a:lvl4pPr>
              <a:defRPr sz="1333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6118860"/>
            <a:ext cx="5562600" cy="381000"/>
          </a:xfrm>
        </p:spPr>
        <p:txBody>
          <a:bodyPr tIns="0" anchor="b"/>
          <a:lstStyle>
            <a:lvl1pPr>
              <a:defRPr sz="667" b="0">
                <a:solidFill>
                  <a:schemeClr val="tx1">
                    <a:alpha val="70000"/>
                  </a:schemeClr>
                </a:solidFill>
              </a:defRPr>
            </a:lvl1pPr>
            <a:lvl2pPr>
              <a:defRPr sz="750"/>
            </a:lvl2pPr>
            <a:lvl3pPr>
              <a:defRPr sz="750"/>
            </a:lvl3pPr>
            <a:lvl4pPr>
              <a:defRPr sz="750"/>
            </a:lvl4pPr>
            <a:lvl5pPr>
              <a:defRPr sz="750"/>
            </a:lvl5pPr>
          </a:lstStyle>
          <a:p>
            <a:pPr lvl="0"/>
            <a:r>
              <a:rPr lang="en-US" dirty="0"/>
              <a:t>Source: Edit source here</a:t>
            </a:r>
          </a:p>
        </p:txBody>
      </p:sp>
    </p:spTree>
    <p:extLst>
      <p:ext uri="{BB962C8B-B14F-4D97-AF65-F5344CB8AC3E}">
        <p14:creationId xmlns:p14="http://schemas.microsoft.com/office/powerpoint/2010/main" val="188116377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-5_1_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1714500"/>
            <a:ext cx="1219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51243"/>
              </a:solidFill>
              <a:effectLst/>
              <a:uLnTx/>
              <a:uFillTx/>
              <a:latin typeface="IBM Plex Sans" panose="020B0503050000000000" pitchFamily="34" charset="0"/>
              <a:ea typeface="+mn-ea"/>
              <a:cs typeface="+mn-cs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762000" y="6583046"/>
            <a:ext cx="2261125" cy="183809"/>
            <a:chOff x="914400" y="7899655"/>
            <a:chExt cx="2713350" cy="220571"/>
          </a:xfrm>
        </p:grpSpPr>
        <p:sp>
          <p:nvSpPr>
            <p:cNvPr id="15" name="Footer Placeholder 3"/>
            <p:cNvSpPr txBox="1">
              <a:spLocks/>
            </p:cNvSpPr>
            <p:nvPr userDrawn="1"/>
          </p:nvSpPr>
          <p:spPr>
            <a:xfrm>
              <a:off x="914400" y="7900416"/>
              <a:ext cx="2284416" cy="219051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500" kern="1200">
                  <a:solidFill>
                    <a:schemeClr val="bg2">
                      <a:alpha val="6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5714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6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60000"/>
                    </a:srgbClr>
                  </a:solidFill>
                  <a:effectLst/>
                  <a:uLnTx/>
                  <a:uFillTx/>
                  <a:latin typeface="IBM Plex Sans" panose="020B0503050000000000" pitchFamily="34" charset="0"/>
                  <a:ea typeface="IBM Plex Sans" charset="0"/>
                  <a:cs typeface="IBM Plex Sans" charset="0"/>
                </a:rPr>
                <a:t>©</a:t>
              </a:r>
              <a:r>
                <a:rPr kumimoji="0" lang="en-US" sz="333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60000"/>
                    </a:srgbClr>
                  </a:solidFill>
                  <a:effectLst/>
                  <a:uLnTx/>
                  <a:uFillTx/>
                  <a:latin typeface="IBM Plex Sans" panose="020B0503050000000000" pitchFamily="34" charset="0"/>
                  <a:ea typeface="IBM Plex Sans" charset="0"/>
                  <a:cs typeface="IBM Plex Sans" charset="0"/>
                </a:rPr>
                <a:t> </a:t>
              </a:r>
              <a:r>
                <a:rPr kumimoji="0" lang="en-US" sz="666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60000"/>
                    </a:srgbClr>
                  </a:solidFill>
                  <a:effectLst/>
                  <a:uLnTx/>
                  <a:uFillTx/>
                  <a:latin typeface="IBM Plex Sans" panose="020B0503050000000000" pitchFamily="34" charset="0"/>
                  <a:ea typeface="IBM Plex Sans" charset="0"/>
                  <a:cs typeface="IBM Plex Sans" charset="0"/>
                </a:rPr>
                <a:t>2019 IBM Corporation               </a:t>
              </a:r>
            </a:p>
          </p:txBody>
        </p:sp>
        <p:sp>
          <p:nvSpPr>
            <p:cNvPr id="16" name="Date Placeholder 2"/>
            <p:cNvSpPr txBox="1">
              <a:spLocks/>
            </p:cNvSpPr>
            <p:nvPr userDrawn="1"/>
          </p:nvSpPr>
          <p:spPr>
            <a:xfrm>
              <a:off x="2256150" y="7899655"/>
              <a:ext cx="1371600" cy="220571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7619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6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60000"/>
                    </a:srgbClr>
                  </a:solidFill>
                  <a:effectLst/>
                  <a:uLnTx/>
                  <a:uFillTx/>
                  <a:latin typeface="IBM Plex Sans" panose="020B0503050000000000" pitchFamily="34" charset="0"/>
                  <a:ea typeface="IBM Plex Sans" charset="0"/>
                  <a:cs typeface="IBM Plex Sans" charset="0"/>
                </a:rPr>
                <a:t> </a:t>
              </a:r>
              <a:fld id="{7C9968D1-C8E5-4FE3-AED4-7D4518C301B3}" type="datetime3">
                <a:rPr kumimoji="0" lang="en-US" sz="666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>
                      <a:alpha val="60000"/>
                    </a:srgbClr>
                  </a:solidFill>
                  <a:effectLst/>
                  <a:uLnTx/>
                  <a:uFillTx/>
                  <a:latin typeface="IBM Plex Sans" panose="020B0503050000000000" pitchFamily="34" charset="0"/>
                  <a:ea typeface="IBM Plex Sans" charset="0"/>
                  <a:cs typeface="IBM Plex Sans" charset="0"/>
                </a:rPr>
                <a:pPr marL="0" marR="0" lvl="0" indent="0" algn="l" defTabSz="7619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t>12 December 2025</a:t>
              </a:fld>
              <a:endParaRPr kumimoji="0" lang="en-US" sz="666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60000"/>
                  </a:srgbClr>
                </a:solidFill>
                <a:effectLst/>
                <a:uLnTx/>
                <a:uFillTx/>
                <a:latin typeface="IBM Plex Sans" panose="020B0503050000000000" pitchFamily="34" charset="0"/>
                <a:ea typeface="IBM Plex Sans" charset="0"/>
                <a:cs typeface="IBM Plex Sans" charset="0"/>
              </a:endParaRPr>
            </a:p>
          </p:txBody>
        </p:sp>
      </p:grpSp>
      <p:sp>
        <p:nvSpPr>
          <p:cNvPr id="18" name="Footer Placeholder 3"/>
          <p:cNvSpPr txBox="1">
            <a:spLocks/>
          </p:cNvSpPr>
          <p:nvPr userDrawn="1"/>
        </p:nvSpPr>
        <p:spPr>
          <a:xfrm>
            <a:off x="3238500" y="6583680"/>
            <a:ext cx="1903680" cy="182543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500" kern="1200">
                <a:solidFill>
                  <a:schemeClr val="bg2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714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6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60000"/>
                  </a:srgbClr>
                </a:solidFill>
                <a:effectLst/>
                <a:uLnTx/>
                <a:uFillTx/>
                <a:latin typeface="IBM Plex Sans" panose="020B0503050000000000" pitchFamily="34" charset="0"/>
                <a:ea typeface="IBM Plex Sans" charset="0"/>
                <a:cs typeface="IBM Plex Sans" charset="0"/>
              </a:rPr>
              <a:t>IBM Services</a:t>
            </a:r>
          </a:p>
        </p:txBody>
      </p:sp>
      <p:sp>
        <p:nvSpPr>
          <p:cNvPr id="22" name="Slide Number Placeholder 2"/>
          <p:cNvSpPr txBox="1">
            <a:spLocks/>
          </p:cNvSpPr>
          <p:nvPr userDrawn="1"/>
        </p:nvSpPr>
        <p:spPr>
          <a:xfrm>
            <a:off x="379048" y="6578160"/>
            <a:ext cx="273233" cy="182542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714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D999D4-B456-9943-89B7-30D56181CE18}" type="slidenum">
              <a:rPr kumimoji="0" lang="en-US" sz="667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000000000" pitchFamily="34" charset="0"/>
                <a:ea typeface="IBM Plex Sans" charset="0"/>
                <a:cs typeface="IBM Plex Sans" charset="0"/>
              </a:rPr>
              <a:pPr marL="0" marR="0" lvl="0" indent="0" algn="l" defTabSz="5714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667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000000000" pitchFamily="34" charset="0"/>
              <a:ea typeface="IBM Plex Sans" charset="0"/>
              <a:cs typeface="IBM Plex Sans" charset="0"/>
            </a:endParaRPr>
          </a:p>
        </p:txBody>
      </p:sp>
      <p:sp>
        <p:nvSpPr>
          <p:cNvPr id="23" name="Content Placeholder 2"/>
          <p:cNvSpPr>
            <a:spLocks noGrp="1"/>
          </p:cNvSpPr>
          <p:nvPr>
            <p:ph idx="1"/>
          </p:nvPr>
        </p:nvSpPr>
        <p:spPr>
          <a:xfrm>
            <a:off x="381000" y="1714500"/>
            <a:ext cx="2667000" cy="43815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bg2"/>
                </a:solidFill>
                <a:latin typeface="IBM Plex Sans" panose="020B0503050000000000" pitchFamily="34" charset="0"/>
              </a:defRPr>
            </a:lvl1pPr>
            <a:lvl2pPr>
              <a:defRPr>
                <a:solidFill>
                  <a:schemeClr val="bg2"/>
                </a:solidFill>
                <a:latin typeface="IBM Plex Sans" panose="020B0503050000000000" pitchFamily="34" charset="0"/>
              </a:defRPr>
            </a:lvl2pPr>
            <a:lvl3pPr>
              <a:defRPr>
                <a:solidFill>
                  <a:schemeClr val="bg2"/>
                </a:solidFill>
                <a:latin typeface="IBM Plex Sans" panose="020B0503050000000000" pitchFamily="34" charset="0"/>
              </a:defRPr>
            </a:lvl3pPr>
            <a:lvl4pPr>
              <a:defRPr>
                <a:solidFill>
                  <a:schemeClr val="bg2"/>
                </a:solidFill>
                <a:latin typeface="IBM Plex Sans" panose="020B0503050000000000" pitchFamily="34" charset="0"/>
              </a:defRPr>
            </a:lvl4pPr>
            <a:lvl5pPr>
              <a:defRPr>
                <a:solidFill>
                  <a:schemeClr val="bg2"/>
                </a:solidFill>
                <a:latin typeface="IBM Plex Sans" panose="020B0503050000000000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idx="10"/>
          </p:nvPr>
        </p:nvSpPr>
        <p:spPr>
          <a:xfrm>
            <a:off x="6223000" y="1714500"/>
            <a:ext cx="2667000" cy="43815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bg2"/>
                </a:solidFill>
                <a:latin typeface="IBM Plex Sans" panose="020B0503050000000000" pitchFamily="34" charset="0"/>
              </a:defRPr>
            </a:lvl1pPr>
            <a:lvl2pPr>
              <a:defRPr>
                <a:solidFill>
                  <a:schemeClr val="bg2"/>
                </a:solidFill>
                <a:latin typeface="IBM Plex Sans" panose="020B0503050000000000" pitchFamily="34" charset="0"/>
              </a:defRPr>
            </a:lvl2pPr>
            <a:lvl3pPr>
              <a:defRPr>
                <a:solidFill>
                  <a:schemeClr val="bg2"/>
                </a:solidFill>
                <a:latin typeface="IBM Plex Sans" panose="020B0503050000000000" pitchFamily="34" charset="0"/>
              </a:defRPr>
            </a:lvl3pPr>
            <a:lvl4pPr>
              <a:defRPr>
                <a:solidFill>
                  <a:schemeClr val="bg2"/>
                </a:solidFill>
                <a:latin typeface="IBM Plex Sans" panose="020B0503050000000000" pitchFamily="34" charset="0"/>
              </a:defRPr>
            </a:lvl4pPr>
            <a:lvl5pPr>
              <a:defRPr>
                <a:solidFill>
                  <a:schemeClr val="bg2"/>
                </a:solidFill>
                <a:latin typeface="IBM Plex Sans" panose="020B0503050000000000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idx="12"/>
          </p:nvPr>
        </p:nvSpPr>
        <p:spPr>
          <a:xfrm>
            <a:off x="3302000" y="1714500"/>
            <a:ext cx="2667000" cy="43815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bg2"/>
                </a:solidFill>
                <a:latin typeface="IBM Plex Sans" panose="020B0503050000000000" pitchFamily="34" charset="0"/>
              </a:defRPr>
            </a:lvl1pPr>
            <a:lvl2pPr>
              <a:defRPr>
                <a:solidFill>
                  <a:schemeClr val="bg2"/>
                </a:solidFill>
                <a:latin typeface="IBM Plex Sans" panose="020B0503050000000000" pitchFamily="34" charset="0"/>
              </a:defRPr>
            </a:lvl2pPr>
            <a:lvl3pPr>
              <a:defRPr>
                <a:solidFill>
                  <a:schemeClr val="bg2"/>
                </a:solidFill>
                <a:latin typeface="IBM Plex Sans" panose="020B0503050000000000" pitchFamily="34" charset="0"/>
              </a:defRPr>
            </a:lvl3pPr>
            <a:lvl4pPr>
              <a:defRPr>
                <a:solidFill>
                  <a:schemeClr val="bg2"/>
                </a:solidFill>
                <a:latin typeface="IBM Plex Sans" panose="020B0503050000000000" pitchFamily="34" charset="0"/>
              </a:defRPr>
            </a:lvl4pPr>
            <a:lvl5pPr>
              <a:defRPr>
                <a:solidFill>
                  <a:schemeClr val="bg2"/>
                </a:solidFill>
                <a:latin typeface="IBM Plex Sans" panose="020B0503050000000000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Content Placeholder 2"/>
          <p:cNvSpPr>
            <a:spLocks noGrp="1"/>
          </p:cNvSpPr>
          <p:nvPr>
            <p:ph idx="13"/>
          </p:nvPr>
        </p:nvSpPr>
        <p:spPr>
          <a:xfrm>
            <a:off x="9144000" y="1714500"/>
            <a:ext cx="2667000" cy="43815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bg2"/>
                </a:solidFill>
                <a:latin typeface="IBM Plex Sans" panose="020B0503050000000000" pitchFamily="34" charset="0"/>
              </a:defRPr>
            </a:lvl1pPr>
            <a:lvl2pPr>
              <a:defRPr>
                <a:solidFill>
                  <a:schemeClr val="bg2"/>
                </a:solidFill>
                <a:latin typeface="IBM Plex Sans" panose="020B0503050000000000" pitchFamily="34" charset="0"/>
              </a:defRPr>
            </a:lvl2pPr>
            <a:lvl3pPr>
              <a:defRPr>
                <a:solidFill>
                  <a:schemeClr val="bg2"/>
                </a:solidFill>
                <a:latin typeface="IBM Plex Sans" panose="020B0503050000000000" pitchFamily="34" charset="0"/>
              </a:defRPr>
            </a:lvl3pPr>
            <a:lvl4pPr>
              <a:defRPr>
                <a:solidFill>
                  <a:schemeClr val="bg2"/>
                </a:solidFill>
                <a:latin typeface="IBM Plex Sans" panose="020B0503050000000000" pitchFamily="34" charset="0"/>
              </a:defRPr>
            </a:lvl4pPr>
            <a:lvl5pPr>
              <a:defRPr>
                <a:solidFill>
                  <a:schemeClr val="bg2"/>
                </a:solidFill>
                <a:latin typeface="IBM Plex Sans" panose="020B0503050000000000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019" y="6515113"/>
            <a:ext cx="471765" cy="190501"/>
          </a:xfrm>
          <a:prstGeom prst="rect">
            <a:avLst/>
          </a:prstGeom>
        </p:spPr>
      </p:pic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381000" y="571500"/>
            <a:ext cx="11430000" cy="952500"/>
          </a:xfrm>
        </p:spPr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  <a:latin typeface="IBM Plex Sans" panose="020B0503050000000000" pitchFamily="34" charset="0"/>
                <a:ea typeface="IBM Plex Sans" panose="020B0503050000000000" pitchFamily="34" charset="0"/>
                <a:cs typeface="IBM Plex Sans" panose="020B0503050000000000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0A1CA07-7E80-448C-A814-83DB3D8179D3}"/>
              </a:ext>
            </a:extLst>
          </p:cNvPr>
          <p:cNvSpPr txBox="1">
            <a:spLocks/>
          </p:cNvSpPr>
          <p:nvPr userDrawn="1"/>
        </p:nvSpPr>
        <p:spPr>
          <a:xfrm>
            <a:off x="381000" y="220980"/>
            <a:ext cx="5486400" cy="2286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Tx/>
              <a:buNone/>
              <a:tabLst/>
              <a:defRPr lang="en-US" sz="1600" b="0" i="0" kern="1200">
                <a:solidFill>
                  <a:schemeClr val="accent1"/>
                </a:solidFill>
                <a:latin typeface="IBM Plex Sans" charset="0"/>
                <a:ea typeface="IBM Plex Sans" charset="0"/>
                <a:cs typeface="IBM Plex Sans" charset="0"/>
              </a:defRPr>
            </a:lvl1pPr>
            <a:lvl2pPr marL="2286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LucidaGrande" charset="0"/>
              <a:buChar char="-"/>
              <a:defRPr lang="en-US" sz="1600" b="0" i="0" kern="1200">
                <a:solidFill>
                  <a:schemeClr val="accent1"/>
                </a:solidFill>
                <a:latin typeface="IBM Plex Sans" charset="0"/>
                <a:ea typeface="IBM Plex Sans" charset="0"/>
                <a:cs typeface="Arial" charset="0"/>
              </a:defRPr>
            </a:lvl2pPr>
            <a:lvl3pPr marL="4572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1600" b="0" i="0" kern="1200">
                <a:solidFill>
                  <a:schemeClr val="accent1"/>
                </a:solidFill>
                <a:latin typeface="IBM Plex Sans" charset="0"/>
                <a:ea typeface="IBM Plex Sans" charset="0"/>
                <a:cs typeface="Arial" charset="0"/>
              </a:defRPr>
            </a:lvl3pPr>
            <a:lvl4pPr marL="6858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.AppleSystemUIFont" charset="-120"/>
              <a:buChar char="–"/>
              <a:defRPr lang="en-US" sz="1600" b="0" i="0" kern="1200">
                <a:solidFill>
                  <a:schemeClr val="accent1"/>
                </a:solidFill>
                <a:latin typeface="IBM Plex Sans" charset="0"/>
                <a:ea typeface="+mn-ea"/>
                <a:cs typeface="+mn-cs"/>
              </a:defRPr>
            </a:lvl4pPr>
            <a:lvl5pPr marL="914400" indent="-228600" algn="l" defTabSz="1097280" rtl="0" eaLnBrk="1" latinLnBrk="0" hangingPunct="1">
              <a:lnSpc>
                <a:spcPct val="10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2000" b="0" i="0" kern="1200" dirty="0">
                <a:solidFill>
                  <a:schemeClr val="bg2"/>
                </a:solidFill>
                <a:latin typeface="IBM Plex Sans" charset="0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63" rtl="0" eaLnBrk="1" fontAlgn="auto" latinLnBrk="0" hangingPunct="1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 dirty="0">
                <a:ln>
                  <a:noFill/>
                </a:ln>
                <a:solidFill>
                  <a:srgbClr val="6EA6FF">
                    <a:lumMod val="40000"/>
                    <a:lumOff val="60000"/>
                  </a:srgbClr>
                </a:solidFill>
                <a:effectLst/>
                <a:uLnTx/>
                <a:uFillTx/>
                <a:latin typeface="IBM Plex Sans" charset="0"/>
              </a:rPr>
              <a:t>Cognitive Business Decision Support</a:t>
            </a:r>
          </a:p>
          <a:p>
            <a:pPr marL="0" marR="0" lvl="0" indent="0" algn="l" defTabSz="914363" rtl="0" eaLnBrk="1" fontAlgn="auto" latinLnBrk="0" hangingPunct="1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srgbClr val="6EA6FF"/>
              </a:solidFill>
              <a:effectLst/>
              <a:uLnTx/>
              <a:uFillTx/>
              <a:latin typeface="IBM Plex Sans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3422732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0007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31440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6044184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5316" y="6042370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8F6040-10C6-A4A5-7C1E-09A9F553C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462419"/>
      </p:ext>
    </p:extLst>
  </p:cSld>
  <p:clrMapOvr>
    <a:masterClrMapping/>
  </p:clrMapOvr>
  <p:transition spd="med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0"/>
            <a:ext cx="12192000" cy="6000750"/>
          </a:xfrm>
          <a:prstGeom prst="rect">
            <a:avLst/>
          </a:prstGeom>
          <a:solidFill>
            <a:srgbClr val="D9FBFB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10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7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28CADC67-06E4-9D0B-7A49-159C1E99D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6044184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AFC6AD-C46B-8438-C789-096006859E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5316" y="6042370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D12723-D775-EE21-95A9-8E6D8BA4DC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950109"/>
      </p:ext>
    </p:extLst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A09496-D938-6EB1-106C-48C5E423EA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454313"/>
      </p:ext>
    </p:extLst>
  </p:cSld>
  <p:clrMapOvr>
    <a:masterClrMapping/>
  </p:clrMapOvr>
  <p:transition spd="med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998" y="6231636"/>
            <a:ext cx="5524575" cy="381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5E26C6-9CEF-2A61-0C64-FAACB68F53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353111"/>
      </p:ext>
    </p:extLst>
  </p:cSld>
  <p:clrMapOvr>
    <a:masterClrMapping/>
  </p:clrMapOvr>
  <p:transition spd="med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19" y="284957"/>
            <a:ext cx="5523781" cy="628729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049878" cy="52395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5CD4FC-3A11-28F6-09EF-9089FE9596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8888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183994"/>
      </p:ext>
    </p:extLst>
  </p:cSld>
  <p:clrMapOvr>
    <a:masterClrMapping/>
  </p:clrMapOvr>
  <p:transition spd="med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19" y="284957"/>
            <a:ext cx="5523781" cy="628729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763524"/>
            <a:ext cx="5049180" cy="4668838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288036"/>
            <a:ext cx="5049180" cy="285750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E0A3D1-7815-E46E-77D1-E2DC099B47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8888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181797"/>
      </p:ext>
    </p:extLst>
  </p:cSld>
  <p:clrMapOvr>
    <a:masterClrMapping/>
  </p:clrMapOvr>
  <p:transition spd="med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2477765" cy="2286794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430110" y="284957"/>
            <a:ext cx="2474590" cy="5715794"/>
          </a:xfrm>
        </p:spPr>
        <p:txBody>
          <a:bodyPr/>
          <a:lstStyle>
            <a:lvl1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584043"/>
      </p:ext>
    </p:extLst>
  </p:cSld>
  <p:clrMapOvr>
    <a:masterClrMapping/>
  </p:clrMapOvr>
  <p:transition spd="med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1429544"/>
          </a:xfrm>
        </p:spPr>
        <p:txBody>
          <a:bodyPr rIns="457200"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809311"/>
      </p:ext>
    </p:extLst>
  </p:cSld>
  <p:clrMapOvr>
    <a:masterClrMapping/>
  </p:clrMapOvr>
  <p:transition spd="med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00" y="210312"/>
            <a:ext cx="8569797" cy="4095750"/>
          </a:xfrm>
        </p:spPr>
        <p:txBody>
          <a:bodyPr/>
          <a:lstStyle>
            <a:lvl1pPr>
              <a:defRPr sz="8598" b="0" i="0">
                <a:solidFill>
                  <a:srgbClr val="009D9A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76697187-0170-8894-23C9-28F80A0C3B2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886979"/>
      </p:ext>
    </p:extLst>
  </p:cSld>
  <p:clrMapOvr>
    <a:masterClrMapping/>
  </p:clrMapOvr>
  <p:transition spd="med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4953942" cy="1429544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2795" y="224028"/>
            <a:ext cx="5520318" cy="4287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 marL="292549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2pPr>
            <a:lvl3pPr marL="548530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3pPr>
            <a:lvl4pPr marL="877648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627225"/>
      </p:ext>
    </p:extLst>
  </p:cSld>
  <p:clrMapOvr>
    <a:masterClrMapping/>
  </p:clrMapOvr>
  <p:transition spd="med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210312"/>
            <a:ext cx="7330121" cy="48585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2510822-3D1B-0CFC-3FF0-1E55DA550F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804609"/>
      </p:ext>
    </p:extLst>
  </p:cSld>
  <p:clrMapOvr>
    <a:masterClrMapping/>
  </p:clrMapOvr>
  <p:transition spd="med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998" y="4649724"/>
            <a:ext cx="5524575" cy="177165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12897" b="0" i="0">
                <a:solidFill>
                  <a:srgbClr val="3DDBD9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↗︎00M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0919" y="4648200"/>
            <a:ext cx="5523781" cy="177165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12897" b="0" i="0">
                <a:solidFill>
                  <a:srgbClr val="3DDBD9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0919" y="288036"/>
            <a:ext cx="3809504" cy="3144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288036"/>
            <a:ext cx="3811091" cy="3144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/>
          <p:nvPr userDrawn="1"/>
        </p:nvCxnSpPr>
        <p:spPr bwMode="auto">
          <a:xfrm>
            <a:off x="609600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Slide Number">
            <a:extLst>
              <a:ext uri="{FF2B5EF4-FFF2-40B4-BE49-F238E27FC236}">
                <a16:creationId xmlns:a16="http://schemas.microsoft.com/office/drawing/2014/main" id="{160DC6C8-AF18-F14B-A164-C49B271F59A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897210"/>
      </p:ext>
    </p:extLst>
  </p:cSld>
  <p:clrMapOvr>
    <a:masterClrMapping/>
  </p:clrMapOvr>
  <p:transition spd="med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032CB1-E37D-BFF2-7ECC-E4DE4571AD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19" y="0"/>
            <a:ext cx="3060301" cy="685800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3301" y="213241"/>
            <a:ext cx="2474590" cy="953294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rgbClr val="3DDBD9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28523" y="214827"/>
            <a:ext cx="2474590" cy="951707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rgbClr val="3DDBD9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214884"/>
            <a:ext cx="2475384" cy="953956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rgbClr val="3DDBD9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42954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021388"/>
            <a:ext cx="2475384" cy="5715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166534"/>
            <a:ext cx="2475384" cy="483652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167327"/>
            <a:ext cx="2476178" cy="483342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166534"/>
            <a:ext cx="2476178" cy="483342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961568"/>
      </p:ext>
    </p:extLst>
  </p:cSld>
  <p:clrMapOvr>
    <a:masterClrMapping/>
  </p:clrMapOvr>
  <p:transition spd="med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/>
          <p:nvPr userDrawn="1"/>
        </p:nvCxnSpPr>
        <p:spPr bwMode="auto">
          <a:xfrm>
            <a:off x="284126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300" y="201168"/>
            <a:ext cx="2474590" cy="266779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rgbClr val="3DDBD9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201168"/>
            <a:ext cx="5523781" cy="26677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1pPr>
            <a:lvl2pPr marL="393113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2pPr>
            <a:lvl3pPr marL="749658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3pPr>
            <a:lvl4pPr marL="1142771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7300" y="3238500"/>
            <a:ext cx="2474590" cy="2667000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rgbClr val="3DDBD9"/>
                </a:solidFill>
              </a:defRPr>
            </a:lvl1pPr>
            <a:lvl2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316" y="3238500"/>
            <a:ext cx="5523781" cy="2667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1pPr>
            <a:lvl2pPr marL="393113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2pPr>
            <a:lvl3pPr marL="749658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3pPr>
            <a:lvl4pPr marL="1142771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3EE9E1A-5619-752E-836B-A127FD2C7D7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915984"/>
      </p:ext>
    </p:extLst>
  </p:cSld>
  <p:clrMapOvr>
    <a:masterClrMapping/>
  </p:clrMapOvr>
  <p:transition spd="med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3333316" y="4095750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3333316" y="2000250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205740"/>
            <a:ext cx="2475384" cy="1429544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rgbClr val="3DDBD9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42954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021388"/>
            <a:ext cx="2475384" cy="5715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8036"/>
            <a:ext cx="3809504" cy="1429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2190750"/>
            <a:ext cx="3809504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4286250"/>
            <a:ext cx="3809504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33316" y="2093976"/>
            <a:ext cx="2475384" cy="1428753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rgbClr val="3DDBD9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33317" y="4201668"/>
            <a:ext cx="2475383" cy="1428753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rgbClr val="3DDBD9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022EFDDC-A614-EFF6-CE30-E60F4DB9F7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477104"/>
      </p:ext>
    </p:extLst>
  </p:cSld>
  <p:clrMapOvr>
    <a:masterClrMapping/>
  </p:clrMapOvr>
  <p:transition spd="med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78A9E4F-B41B-2A68-ED74-D619432AAB2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135407"/>
      </p:ext>
    </p:extLst>
  </p:cSld>
  <p:clrMapOvr>
    <a:masterClrMapping/>
  </p:clrMapOvr>
  <p:transition spd="med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EB9758-08C9-C315-1B93-9AD0D2620BEF}"/>
              </a:ext>
            </a:extLst>
          </p:cNvPr>
          <p:cNvSpPr/>
          <p:nvPr userDrawn="1"/>
        </p:nvSpPr>
        <p:spPr bwMode="auto">
          <a:xfrm>
            <a:off x="9142810" y="1382233"/>
            <a:ext cx="3049121" cy="5475082"/>
          </a:xfrm>
          <a:prstGeom prst="rect">
            <a:avLst/>
          </a:prstGeom>
          <a:solidFill>
            <a:srgbClr val="3DDBD9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10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7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778776-BDF7-E8E6-4E79-950B1541057E}"/>
              </a:ext>
            </a:extLst>
          </p:cNvPr>
          <p:cNvSpPr/>
          <p:nvPr userDrawn="1"/>
        </p:nvSpPr>
        <p:spPr bwMode="auto">
          <a:xfrm>
            <a:off x="6093177" y="1382233"/>
            <a:ext cx="3049121" cy="5475082"/>
          </a:xfrm>
          <a:prstGeom prst="rect">
            <a:avLst/>
          </a:prstGeom>
          <a:solidFill>
            <a:srgbClr val="9EF0F0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10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7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F3DD88-7A8A-7FBC-C353-13A0B8F6A832}"/>
              </a:ext>
            </a:extLst>
          </p:cNvPr>
          <p:cNvSpPr/>
          <p:nvPr userDrawn="1"/>
        </p:nvSpPr>
        <p:spPr bwMode="auto">
          <a:xfrm>
            <a:off x="3063292" y="1382233"/>
            <a:ext cx="3049121" cy="5475082"/>
          </a:xfrm>
          <a:prstGeom prst="rect">
            <a:avLst/>
          </a:prstGeom>
          <a:solidFill>
            <a:srgbClr val="D9FBFB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10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7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3202AB-2E2E-B9FF-5B2B-D503B0CA23B6}"/>
              </a:ext>
            </a:extLst>
          </p:cNvPr>
          <p:cNvSpPr/>
          <p:nvPr userDrawn="1"/>
        </p:nvSpPr>
        <p:spPr bwMode="auto">
          <a:xfrm>
            <a:off x="0" y="1393551"/>
            <a:ext cx="3061266" cy="5475082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10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7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3316" y="288036"/>
            <a:ext cx="2477765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239EA8E-6B4C-405F-E7F6-ABB450E071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9681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B52D7E1-3828-A1B9-9239-637B1E2A543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149039"/>
      </p:ext>
    </p:extLst>
  </p:cSld>
  <p:clrMapOvr>
    <a:masterClrMapping/>
  </p:clrMapOvr>
  <p:transition spd="med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3316" y="288036"/>
            <a:ext cx="2477765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239EA8E-6B4C-405F-E7F6-ABB450E071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9681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1714500"/>
            <a:ext cx="0" cy="42862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6093683" y="1714500"/>
            <a:ext cx="0" cy="4288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9142810" y="1714500"/>
            <a:ext cx="0" cy="4288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DB52D7E1-3828-A1B9-9239-637B1E2A543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301328"/>
      </p:ext>
    </p:extLst>
  </p:cSld>
  <p:clrMapOvr>
    <a:masterClrMapping/>
  </p:clrMapOvr>
  <p:transition spd="med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3316" y="288036"/>
            <a:ext cx="2477765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B96005D4-0874-989F-217D-8A2592F81D5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185952"/>
      </p:ext>
    </p:extLst>
  </p:cSld>
  <p:clrMapOvr>
    <a:masterClrMapping/>
  </p:clrMapOvr>
  <p:transition spd="med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048544"/>
          </a:xfrm>
        </p:spPr>
        <p:txBody>
          <a:bodyPr/>
          <a:lstStyle>
            <a:lvl1pPr>
              <a:lnSpc>
                <a:spcPct val="110000"/>
              </a:lnSpc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714500"/>
            <a:ext cx="2477765" cy="20002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185" y="1714500"/>
            <a:ext cx="247073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1714500"/>
            <a:ext cx="2476177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33316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7345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428522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D695107-5427-4D2D-F88F-89BA74127CBF}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3B07B4A-5DB5-8126-EA79-502787053E82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829559-0A72-8826-E06A-C6CCD39750A4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Slide Number">
            <a:extLst>
              <a:ext uri="{FF2B5EF4-FFF2-40B4-BE49-F238E27FC236}">
                <a16:creationId xmlns:a16="http://schemas.microsoft.com/office/drawing/2014/main" id="{D2A45AB7-102C-FBDF-94FD-99783B6A5A1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575427"/>
      </p:ext>
    </p:extLst>
  </p:cSld>
  <p:clrMapOvr>
    <a:masterClrMapping/>
  </p:clrMapOvr>
  <p:transition spd="med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9C7F715-F99C-CC95-61F3-F548AEC0DF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6096000" cy="68588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2474590" cy="570706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5047593" cy="4286250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2554" y="192024"/>
            <a:ext cx="2477765" cy="57070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C3B405E-94D1-4A09-C6BF-A66D9CBEF63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060440"/>
      </p:ext>
    </p:extLst>
  </p:cSld>
  <p:clrMapOvr>
    <a:masterClrMapping/>
  </p:clrMapOvr>
  <p:transition spd="med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3711980" cy="95329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714500"/>
            <a:ext cx="5049180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1714500"/>
            <a:ext cx="5047593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8EC09FB-402F-F3CE-E1D2-51583F1BCC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318266"/>
      </p:ext>
    </p:extLst>
  </p:cSld>
  <p:clrMapOvr>
    <a:masterClrMapping/>
  </p:clrMapOvr>
  <p:transition spd="med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2193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0919" y="288036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28522" y="288036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7A51FE3-0F54-1487-47B4-164B5B802CA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522617"/>
      </p:ext>
    </p:extLst>
  </p:cSld>
  <p:clrMapOvr>
    <a:masterClrMapping/>
  </p:clrMapOvr>
  <p:transition spd="med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288036"/>
            <a:ext cx="2476178" cy="2286794"/>
          </a:xfrm>
        </p:spPr>
        <p:txBody>
          <a:bodyPr/>
          <a:lstStyle>
            <a:lvl1pPr>
              <a:lnSpc>
                <a:spcPct val="10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45FF4F8-7F82-E9C2-8046-C791019E169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208674"/>
      </p:ext>
    </p:extLst>
  </p:cSld>
  <p:clrMapOvr>
    <a:masterClrMapping/>
  </p:clrMapOvr>
  <p:transition spd="med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14233F6-20F7-2E26-93FB-27E16EDB44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6096000" cy="68588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19019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010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BFC0CA6-CE6F-D94C-2967-FBF2240020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627896"/>
      </p:ext>
    </p:extLst>
  </p:cSld>
  <p:clrMapOvr>
    <a:masterClrMapping/>
  </p:clrMapOvr>
  <p:transition spd="med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8E82705-7625-6B3A-2BAF-8E1F5D6179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048000" cy="68588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288036"/>
            <a:ext cx="2474591" cy="2286794"/>
          </a:xfrm>
        </p:spPr>
        <p:txBody>
          <a:bodyPr rIns="0"/>
          <a:lstStyle>
            <a:lvl1pPr>
              <a:lnSpc>
                <a:spcPct val="10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1697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CF1D655-1791-BEF3-D8AA-E589057E73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575709"/>
      </p:ext>
    </p:extLst>
  </p:cSld>
  <p:clrMapOvr>
    <a:masterClrMapping/>
  </p:clrMapOvr>
  <p:transition spd="med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2474590" cy="570707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2988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30591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4142" y="192024"/>
            <a:ext cx="2477765" cy="57070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1400"/>
            </a:lvl2pPr>
            <a:lvl3pPr>
              <a:lnSpc>
                <a:spcPct val="90000"/>
              </a:lnSpc>
              <a:spcBef>
                <a:spcPts val="0"/>
              </a:spcBef>
              <a:defRPr sz="1400"/>
            </a:lvl3pPr>
            <a:lvl4pPr>
              <a:lnSpc>
                <a:spcPct val="90000"/>
              </a:lnSpc>
              <a:spcBef>
                <a:spcPts val="0"/>
              </a:spcBef>
              <a:defRPr sz="1400"/>
            </a:lvl4pPr>
            <a:lvl5pPr>
              <a:lnSpc>
                <a:spcPct val="9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380919" y="288036"/>
            <a:ext cx="607997" cy="607231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9428522" y="288036"/>
            <a:ext cx="608843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2744BD-C7A4-D538-2E19-AA279C025A2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7768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DCE883F-3781-7F7E-8236-8BB5CEBAD77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831985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Slide Number">
            <a:extLst>
              <a:ext uri="{FF2B5EF4-FFF2-40B4-BE49-F238E27FC236}">
                <a16:creationId xmlns:a16="http://schemas.microsoft.com/office/drawing/2014/main" id="{FE28AB83-26B6-464D-000B-077BBC1886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835604"/>
      </p:ext>
    </p:extLst>
  </p:cSld>
  <p:clrMapOvr>
    <a:masterClrMapping/>
  </p:clrMapOvr>
  <p:transition spd="med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239012"/>
            <a:ext cx="3334903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1238250"/>
            <a:ext cx="3333316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998" y="4192524"/>
            <a:ext cx="3334904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20" y="4191000"/>
            <a:ext cx="3333316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87998" y="28803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0919" y="28803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87998" y="323697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80919" y="3238500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 dirty="0"/>
              <a:t>Pictogram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A530A6-2F26-DA70-D0D9-6DD90453CEC1}"/>
              </a:ext>
            </a:extLst>
          </p:cNvPr>
          <p:cNvCxnSpPr/>
          <p:nvPr userDrawn="1"/>
        </p:nvCxnSpPr>
        <p:spPr bwMode="auto">
          <a:xfrm>
            <a:off x="6095206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5483A0-0E31-72CE-21C3-6248FAEBC09A}"/>
              </a:ext>
            </a:extLst>
          </p:cNvPr>
          <p:cNvCxnSpPr/>
          <p:nvPr userDrawn="1"/>
        </p:nvCxnSpPr>
        <p:spPr bwMode="auto">
          <a:xfrm>
            <a:off x="284126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Slide Number">
            <a:extLst>
              <a:ext uri="{FF2B5EF4-FFF2-40B4-BE49-F238E27FC236}">
                <a16:creationId xmlns:a16="http://schemas.microsoft.com/office/drawing/2014/main" id="{FDDCE3A8-54F6-70FC-38D0-2AF2D8AB71E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059132"/>
      </p:ext>
    </p:extLst>
  </p:cSld>
  <p:clrMapOvr>
    <a:masterClrMapping/>
  </p:clrMapOvr>
  <p:transition spd="med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FEB9FC-A5F2-8907-8DB6-1B9D18FE3D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6096000" cy="68588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841248"/>
            <a:ext cx="2857128" cy="1138428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1681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99" y="288036"/>
            <a:ext cx="2477765" cy="570706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CE92126-B67C-8301-95D0-A821B8043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607326"/>
      </p:ext>
    </p:extLst>
  </p:cSld>
  <p:clrMapOvr>
    <a:masterClrMapping/>
  </p:clrMapOvr>
  <p:transition spd="med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D2EC16-A45A-0F46-E520-900B18D4FE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6096000" cy="68588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763524"/>
            <a:ext cx="5521401" cy="1138428"/>
          </a:xfrm>
        </p:spPr>
        <p:txBody>
          <a:bodyPr rIns="457200"/>
          <a:lstStyle>
            <a:lvl1pPr>
              <a:lnSpc>
                <a:spcPct val="11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4957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4957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99" y="288036"/>
            <a:ext cx="2477765" cy="224028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899549"/>
      </p:ext>
    </p:extLst>
  </p:cSld>
  <p:clrMapOvr>
    <a:masterClrMapping/>
  </p:clrMapOvr>
  <p:transition spd="med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08275BC-4F7B-2C48-5FDB-2EE8E9DA8B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5766" cy="30302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7765" cy="2286794"/>
          </a:xfrm>
        </p:spPr>
        <p:txBody>
          <a:bodyPr/>
          <a:lstStyle>
            <a:lvl1pPr>
              <a:lnSpc>
                <a:spcPct val="10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28416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1187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049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D0BCD34-4CA7-388C-5244-7DC8F9F36F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428451"/>
      </p:ext>
    </p:extLst>
  </p:cSld>
  <p:clrMapOvr>
    <a:masterClrMapping/>
  </p:clrMapOvr>
  <p:transition spd="med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2D24D8-9FB6-0088-161C-EEBF707C43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5766" cy="30302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4575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28416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362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049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86640"/>
      </p:ext>
    </p:extLst>
  </p:cSld>
  <p:clrMapOvr>
    <a:masterClrMapping/>
  </p:clrMapOvr>
  <p:transition spd="med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2BFC7D8-C655-1741-BE48-E9A9B4629A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3061778" cy="68613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2286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2554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B1A268B-43F5-F600-93B7-6248877F5D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34141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180E7AB4-F0E4-7C09-7FE7-9F182217F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396904"/>
      </p:ext>
    </p:extLst>
  </p:cSld>
  <p:clrMapOvr>
    <a:masterClrMapping/>
  </p:clrMapOvr>
  <p:transition spd="med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42954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11676" y="1172997"/>
            <a:ext cx="2475384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43669" y="1172997"/>
            <a:ext cx="2476178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65153" y="1172997"/>
            <a:ext cx="2476178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1676" y="4220997"/>
            <a:ext cx="2475384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43670" y="4220997"/>
            <a:ext cx="2475384" cy="189634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565153" y="4220997"/>
            <a:ext cx="2476178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711676" y="794283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643670" y="794283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565153" y="794283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711676" y="3853562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643670" y="3853562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565153" y="3853562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52CDB94-BA57-B58F-95F0-D406FE34BB4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184233" y="3523767"/>
            <a:ext cx="886027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5CBE6E3-0E18-8A57-578D-D314948AF14F}"/>
              </a:ext>
            </a:extLst>
          </p:cNvPr>
          <p:cNvCxnSpPr/>
          <p:nvPr userDrawn="1"/>
        </p:nvCxnSpPr>
        <p:spPr bwMode="auto">
          <a:xfrm>
            <a:off x="3499533" y="53720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7200B05-7E36-4E03-3739-0BA983764616}"/>
              </a:ext>
            </a:extLst>
          </p:cNvPr>
          <p:cNvCxnSpPr/>
          <p:nvPr userDrawn="1"/>
        </p:nvCxnSpPr>
        <p:spPr bwMode="auto">
          <a:xfrm>
            <a:off x="9353010" y="79120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2FF3B59-8BBA-8C99-9D4D-743723E434FC}"/>
              </a:ext>
            </a:extLst>
          </p:cNvPr>
          <p:cNvCxnSpPr/>
          <p:nvPr userDrawn="1"/>
        </p:nvCxnSpPr>
        <p:spPr bwMode="auto">
          <a:xfrm>
            <a:off x="6419493" y="789711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Slide Number">
            <a:extLst>
              <a:ext uri="{FF2B5EF4-FFF2-40B4-BE49-F238E27FC236}">
                <a16:creationId xmlns:a16="http://schemas.microsoft.com/office/drawing/2014/main" id="{A0B46D22-64E6-4222-F4E2-B807A7A152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55350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316791"/>
      </p:ext>
    </p:extLst>
  </p:cSld>
  <p:clrMapOvr>
    <a:masterClrMapping/>
  </p:clrMapOvr>
  <p:transition spd="med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19019" cy="1706563"/>
          </a:xfrm>
        </p:spPr>
        <p:txBody>
          <a:bodyPr rIns="457200"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3010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3010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7998" y="3332988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3316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455E69-0B51-1D31-E569-651079398D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301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C560F4-CB2D-6B04-588B-57BB4D4E6DC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0" cy="29527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7B78A1-A315-98D3-1692-18AAAF4C6002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64036E-86AB-0893-B72B-200B84A6BCFD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25C7A71B-E65D-0A5D-606D-9F95D5AC6BE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422739"/>
      </p:ext>
    </p:extLst>
  </p:cSld>
  <p:clrMapOvr>
    <a:masterClrMapping/>
  </p:clrMapOvr>
  <p:transition spd="med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706563"/>
          </a:xfrm>
        </p:spPr>
        <p:txBody>
          <a:bodyPr rIns="0"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57251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30109" y="57251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367919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30109" y="367919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0042" y="367919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3316" y="367919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455E69-0B51-1D31-E569-651079398D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301" y="339344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C560F4-CB2D-6B04-588B-57BB4D4E6DC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393440"/>
            <a:ext cx="0" cy="29527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7B78A1-A315-98D3-1692-18AAAF4C6002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64036E-86AB-0893-B72B-200B84A6BCFD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78DA00F4-B5C9-B0CB-71F8-ED123EAA68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81485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310855"/>
      </p:ext>
    </p:extLst>
  </p:cSld>
  <p:clrMapOvr>
    <a:masterClrMapping/>
  </p:clrMapOvr>
  <p:transition spd="med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80919" y="284957"/>
            <a:ext cx="5523781" cy="628729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2863805417"/>
      </p:ext>
    </p:extLst>
  </p:cSld>
  <p:clrMapOvr>
    <a:masterClrMapping/>
  </p:clrMapOvr>
  <p:transition spd="med"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4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047603" y="0"/>
            <a:ext cx="9144397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1193788868"/>
      </p:ext>
    </p:extLst>
  </p:cSld>
  <p:clrMapOvr>
    <a:masterClrMapping/>
  </p:clrMapOvr>
  <p:transition spd="med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4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33316" y="282576"/>
            <a:ext cx="8574559" cy="62896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1125942358"/>
      </p:ext>
    </p:extLst>
  </p:cSld>
  <p:clrMapOvr>
    <a:masterClrMapping/>
  </p:clrMapOvr>
  <p:transition spd="med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4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3519196210"/>
      </p:ext>
    </p:extLst>
  </p:cSld>
  <p:clrMapOvr>
    <a:masterClrMapping/>
  </p:clrMapOvr>
  <p:transition spd="med"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4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4126" y="284957"/>
            <a:ext cx="11620574" cy="6290468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1106306290"/>
      </p:ext>
    </p:extLst>
  </p:cSld>
  <p:clrMapOvr>
    <a:masterClrMapping/>
  </p:clrMapOvr>
  <p:transition spd="med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B8510EE-4140-AEDB-B7AB-EF1D4B72D2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7999" y="30607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14277" y="30607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3F048335-9A0B-2C1F-47A6-67051F2007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7999" y="47625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14277" y="4762501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E889D859-F4A1-3E97-F05E-8D134A25B9F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87999" y="1333500"/>
            <a:ext cx="1236501" cy="1238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714277" y="13335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33F8C74-1D30-FEA9-4F3C-636531C8614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377745" y="30607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807896" y="30607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2E690121-61A1-708E-E5B8-5B65A668E62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377745" y="47625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807896" y="4762501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F94AC7E0-2DC4-5DEB-8E1E-2F27996F98E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377745" y="13335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807896" y="13335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4870601-E9CA-9D0E-804F-2A7353CE534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503048"/>
      </p:ext>
    </p:extLst>
  </p:cSld>
  <p:clrMapOvr>
    <a:masterClrMapping/>
  </p:clrMapOvr>
  <p:transition spd="med"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2286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3333316" y="284957"/>
            <a:ext cx="8571384" cy="5715794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989FA07-F7B7-BE4B-581F-7BE47BBA605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304617"/>
      </p:ext>
    </p:extLst>
  </p:cSld>
  <p:clrMapOvr>
    <a:masterClrMapping/>
  </p:clrMapOvr>
  <p:transition spd="med"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7999" y="192024"/>
            <a:ext cx="2477765" cy="1429544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0270476-9FE1-F85E-6F9B-322B184D8FC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112976"/>
      </p:ext>
    </p:extLst>
  </p:cSld>
  <p:clrMapOvr>
    <a:masterClrMapping/>
  </p:clrMapOvr>
  <p:transition spd="med"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352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AFC9C6E-79FD-9BB8-F74D-EAA013319C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317961"/>
      </p:ext>
    </p:extLst>
  </p:cSld>
  <p:clrMapOvr>
    <a:masterClrMapping/>
  </p:clrMapOvr>
  <p:transition spd="med"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7999" y="192024"/>
            <a:ext cx="2477765" cy="1429544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AD686F0-BF95-1E62-61EC-96790733887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211222"/>
      </p:ext>
    </p:extLst>
  </p:cSld>
  <p:clrMapOvr>
    <a:masterClrMapping/>
  </p:clrMapOvr>
  <p:transition spd="med"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32004" y="3084230"/>
            <a:ext cx="1727991" cy="68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070969"/>
      </p:ext>
    </p:extLst>
  </p:cSld>
  <p:clrMapOvr>
    <a:masterClrMapping/>
  </p:clrMapOvr>
  <p:transition spd="med"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oxes stack,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2797A6BD-BC17-0B3B-9461-479016E9BC3B}"/>
              </a:ext>
            </a:extLst>
          </p:cNvPr>
          <p:cNvSpPr/>
          <p:nvPr userDrawn="1"/>
        </p:nvSpPr>
        <p:spPr bwMode="auto">
          <a:xfrm>
            <a:off x="6096794" y="-3612"/>
            <a:ext cx="3037513" cy="3164489"/>
          </a:xfrm>
          <a:prstGeom prst="rect">
            <a:avLst/>
          </a:prstGeom>
          <a:solidFill>
            <a:srgbClr val="E0E0E0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10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7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8AD2028-6233-9704-DA54-70D86F47889D}"/>
              </a:ext>
            </a:extLst>
          </p:cNvPr>
          <p:cNvSpPr/>
          <p:nvPr userDrawn="1"/>
        </p:nvSpPr>
        <p:spPr bwMode="auto">
          <a:xfrm>
            <a:off x="9134307" y="-3612"/>
            <a:ext cx="3068214" cy="3164489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10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7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4658FD2-9442-9CC8-6C02-114B5C17D5C6}"/>
              </a:ext>
            </a:extLst>
          </p:cNvPr>
          <p:cNvGrpSpPr/>
          <p:nvPr userDrawn="1"/>
        </p:nvGrpSpPr>
        <p:grpSpPr>
          <a:xfrm>
            <a:off x="-8935" y="3147237"/>
            <a:ext cx="12200935" cy="3723364"/>
            <a:chOff x="-17872" y="6862461"/>
            <a:chExt cx="24405047" cy="687874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A8CF0C3-B357-AA41-7A28-CC3530F74099}"/>
                </a:ext>
              </a:extLst>
            </p:cNvPr>
            <p:cNvSpPr/>
            <p:nvPr userDrawn="1"/>
          </p:nvSpPr>
          <p:spPr bwMode="auto">
            <a:xfrm>
              <a:off x="12195174" y="6887661"/>
              <a:ext cx="6096863" cy="6853539"/>
            </a:xfrm>
            <a:prstGeom prst="rect">
              <a:avLst/>
            </a:prstGeom>
            <a:solidFill>
              <a:srgbClr val="9EF0F0"/>
            </a:solidFill>
            <a:ln w="19050">
              <a:noFill/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5710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US" sz="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C76BADC-3127-54CC-7ACE-4FC7475DCA28}"/>
                </a:ext>
              </a:extLst>
            </p:cNvPr>
            <p:cNvSpPr/>
            <p:nvPr userDrawn="1"/>
          </p:nvSpPr>
          <p:spPr bwMode="auto">
            <a:xfrm>
              <a:off x="18270992" y="6887662"/>
              <a:ext cx="6116183" cy="6853539"/>
            </a:xfrm>
            <a:prstGeom prst="rect">
              <a:avLst/>
            </a:prstGeom>
            <a:solidFill>
              <a:srgbClr val="D9FBFB"/>
            </a:solidFill>
            <a:ln w="19050">
              <a:noFill/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5710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US" sz="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9FF0912-56CC-02B1-8CD0-DC439115CCCC}"/>
                </a:ext>
              </a:extLst>
            </p:cNvPr>
            <p:cNvSpPr/>
            <p:nvPr userDrawn="1"/>
          </p:nvSpPr>
          <p:spPr bwMode="auto">
            <a:xfrm>
              <a:off x="-17872" y="6862461"/>
              <a:ext cx="6096863" cy="6853539"/>
            </a:xfrm>
            <a:prstGeom prst="rect">
              <a:avLst/>
            </a:prstGeom>
            <a:solidFill>
              <a:srgbClr val="009D9A"/>
            </a:solidFill>
            <a:ln w="19050">
              <a:noFill/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5710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US" sz="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DD80D19-CA1D-5854-5644-02BACCB57E19}"/>
                </a:ext>
              </a:extLst>
            </p:cNvPr>
            <p:cNvSpPr/>
            <p:nvPr userDrawn="1"/>
          </p:nvSpPr>
          <p:spPr bwMode="auto">
            <a:xfrm>
              <a:off x="6078991" y="6862461"/>
              <a:ext cx="6116183" cy="6853539"/>
            </a:xfrm>
            <a:prstGeom prst="rect">
              <a:avLst/>
            </a:prstGeom>
            <a:solidFill>
              <a:srgbClr val="3DDBD9"/>
            </a:solidFill>
            <a:ln w="19050">
              <a:noFill/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5710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US" sz="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4575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5ACBA830-58CC-CC7C-B04D-CE8430E99F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431736" y="5365274"/>
            <a:ext cx="2476178" cy="68346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471F20B7-90A8-3AC7-D631-C6C057AF8EB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425442" y="3370947"/>
            <a:ext cx="1828562" cy="1828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86BF8372-7197-82F9-083E-F0ED0D938F1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77207" y="5386056"/>
            <a:ext cx="2476178" cy="68346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893A513-6F32-2418-D0CB-8D3E81A4C15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70913" y="3391729"/>
            <a:ext cx="1828562" cy="182880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9239C92B-16FD-5FFA-11E1-D1FE1B0A7CC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322677" y="5365274"/>
            <a:ext cx="2476178" cy="68346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BFBA419D-9757-5E64-9FDB-F008A766C4A9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316383" y="3370947"/>
            <a:ext cx="1828562" cy="1828800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0195CDDA-0AD3-0365-3307-5026D00633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68148" y="5386056"/>
            <a:ext cx="2476178" cy="68346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3F50BC95-B846-E717-E507-A8AB8AFBAA2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61854" y="3391729"/>
            <a:ext cx="1828562" cy="18288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F45E53EA-1B92-ED68-9704-4B0101CDED3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431736" y="2196771"/>
            <a:ext cx="2476178" cy="68346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FD90F58A-38C2-9DEB-12AE-26AF6846D92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425442" y="202444"/>
            <a:ext cx="1828562" cy="182880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3A9D8A23-EA89-CC6A-FFBC-1335D7B043B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377207" y="2217553"/>
            <a:ext cx="2476178" cy="68346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36EDEFFA-E165-424C-AD61-83B81E6B5AD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70913" y="223226"/>
            <a:ext cx="1828562" cy="18288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25986"/>
      </p:ext>
    </p:extLst>
  </p:cSld>
  <p:clrMapOvr>
    <a:masterClrMapping/>
  </p:clrMapOvr>
  <p:transition spd="med"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2E096-5746-D4A0-1C5D-0E3D4C36A1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12C590-5FC3-B15C-EE07-85C86F4CB7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37065-F413-B723-F84D-696F445FD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E06E3-B000-E540-A8F5-2604FB0D734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F5F00-B737-4619-0EC0-73167018F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75740-23DB-B729-438C-F8895D69D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7D3B1-C17C-464B-90CB-73ABFAC1A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933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62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61.xml"/><Relationship Id="rId2" Type="http://schemas.openxmlformats.org/officeDocument/2006/relationships/slideLayout" Target="../slideLayouts/slideLayout51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5" Type="http://schemas.openxmlformats.org/officeDocument/2006/relationships/tags" Target="../tags/tag1.xml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5.xml"/><Relationship Id="rId18" Type="http://schemas.openxmlformats.org/officeDocument/2006/relationships/slideLayout" Target="../slideLayouts/slideLayout80.xml"/><Relationship Id="rId26" Type="http://schemas.openxmlformats.org/officeDocument/2006/relationships/slideLayout" Target="../slideLayouts/slideLayout88.xml"/><Relationship Id="rId39" Type="http://schemas.openxmlformats.org/officeDocument/2006/relationships/slideLayout" Target="../slideLayouts/slideLayout101.xml"/><Relationship Id="rId21" Type="http://schemas.openxmlformats.org/officeDocument/2006/relationships/slideLayout" Target="../slideLayouts/slideLayout83.xml"/><Relationship Id="rId34" Type="http://schemas.openxmlformats.org/officeDocument/2006/relationships/slideLayout" Target="../slideLayouts/slideLayout96.xml"/><Relationship Id="rId42" Type="http://schemas.openxmlformats.org/officeDocument/2006/relationships/slideLayout" Target="../slideLayouts/slideLayout104.xml"/><Relationship Id="rId47" Type="http://schemas.openxmlformats.org/officeDocument/2006/relationships/slideLayout" Target="../slideLayouts/slideLayout109.xml"/><Relationship Id="rId50" Type="http://schemas.openxmlformats.org/officeDocument/2006/relationships/theme" Target="../theme/theme3.xml"/><Relationship Id="rId7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4.xml"/><Relationship Id="rId16" Type="http://schemas.openxmlformats.org/officeDocument/2006/relationships/slideLayout" Target="../slideLayouts/slideLayout78.xml"/><Relationship Id="rId29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73.xml"/><Relationship Id="rId24" Type="http://schemas.openxmlformats.org/officeDocument/2006/relationships/slideLayout" Target="../slideLayouts/slideLayout86.xml"/><Relationship Id="rId32" Type="http://schemas.openxmlformats.org/officeDocument/2006/relationships/slideLayout" Target="../slideLayouts/slideLayout94.xml"/><Relationship Id="rId37" Type="http://schemas.openxmlformats.org/officeDocument/2006/relationships/slideLayout" Target="../slideLayouts/slideLayout99.xml"/><Relationship Id="rId40" Type="http://schemas.openxmlformats.org/officeDocument/2006/relationships/slideLayout" Target="../slideLayouts/slideLayout102.xml"/><Relationship Id="rId45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77.xml"/><Relationship Id="rId23" Type="http://schemas.openxmlformats.org/officeDocument/2006/relationships/slideLayout" Target="../slideLayouts/slideLayout85.xml"/><Relationship Id="rId28" Type="http://schemas.openxmlformats.org/officeDocument/2006/relationships/slideLayout" Target="../slideLayouts/slideLayout90.xml"/><Relationship Id="rId36" Type="http://schemas.openxmlformats.org/officeDocument/2006/relationships/slideLayout" Target="../slideLayouts/slideLayout98.xml"/><Relationship Id="rId49" Type="http://schemas.openxmlformats.org/officeDocument/2006/relationships/slideLayout" Target="../slideLayouts/slideLayout111.xml"/><Relationship Id="rId10" Type="http://schemas.openxmlformats.org/officeDocument/2006/relationships/slideLayout" Target="../slideLayouts/slideLayout72.xml"/><Relationship Id="rId19" Type="http://schemas.openxmlformats.org/officeDocument/2006/relationships/slideLayout" Target="../slideLayouts/slideLayout81.xml"/><Relationship Id="rId31" Type="http://schemas.openxmlformats.org/officeDocument/2006/relationships/slideLayout" Target="../slideLayouts/slideLayout93.xml"/><Relationship Id="rId44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6.xml"/><Relationship Id="rId22" Type="http://schemas.openxmlformats.org/officeDocument/2006/relationships/slideLayout" Target="../slideLayouts/slideLayout84.xml"/><Relationship Id="rId27" Type="http://schemas.openxmlformats.org/officeDocument/2006/relationships/slideLayout" Target="../slideLayouts/slideLayout89.xml"/><Relationship Id="rId30" Type="http://schemas.openxmlformats.org/officeDocument/2006/relationships/slideLayout" Target="../slideLayouts/slideLayout92.xml"/><Relationship Id="rId35" Type="http://schemas.openxmlformats.org/officeDocument/2006/relationships/slideLayout" Target="../slideLayouts/slideLayout97.xml"/><Relationship Id="rId43" Type="http://schemas.openxmlformats.org/officeDocument/2006/relationships/slideLayout" Target="../slideLayouts/slideLayout105.xml"/><Relationship Id="rId48" Type="http://schemas.openxmlformats.org/officeDocument/2006/relationships/slideLayout" Target="../slideLayouts/slideLayout110.xml"/><Relationship Id="rId8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74.xml"/><Relationship Id="rId17" Type="http://schemas.openxmlformats.org/officeDocument/2006/relationships/slideLayout" Target="../slideLayouts/slideLayout79.xml"/><Relationship Id="rId25" Type="http://schemas.openxmlformats.org/officeDocument/2006/relationships/slideLayout" Target="../slideLayouts/slideLayout87.xml"/><Relationship Id="rId33" Type="http://schemas.openxmlformats.org/officeDocument/2006/relationships/slideLayout" Target="../slideLayouts/slideLayout95.xml"/><Relationship Id="rId38" Type="http://schemas.openxmlformats.org/officeDocument/2006/relationships/slideLayout" Target="../slideLayouts/slideLayout100.xml"/><Relationship Id="rId46" Type="http://schemas.openxmlformats.org/officeDocument/2006/relationships/slideLayout" Target="../slideLayouts/slideLayout108.xml"/><Relationship Id="rId20" Type="http://schemas.openxmlformats.org/officeDocument/2006/relationships/slideLayout" Target="../slideLayouts/slideLayout82.xml"/><Relationship Id="rId41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69264" y="6469507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287999" y="288036"/>
            <a:ext cx="11293592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287300" y="1663700"/>
            <a:ext cx="11293592" cy="4334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</p:spTree>
    <p:extLst>
      <p:ext uri="{BB962C8B-B14F-4D97-AF65-F5344CB8AC3E}">
        <p14:creationId xmlns:p14="http://schemas.microsoft.com/office/powerpoint/2010/main" val="26454652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</p:sldLayoutIdLst>
  <p:transition spd="med"/>
  <p:hf sldNum="0" hdr="0" ftr="0" dt="0"/>
  <p:txStyles>
    <p:titleStyle>
      <a:lvl1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181248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362497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543744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724993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164559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329118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493677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571386" marR="0" indent="-228554" algn="l" defTabSz="1218956" rtl="0" eaLnBrk="1" latinLnBrk="0" hangingPunct="1">
        <a:lnSpc>
          <a:spcPct val="110000"/>
        </a:lnSpc>
        <a:spcBef>
          <a:spcPts val="145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921346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1102595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1283843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1465091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171461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342922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514384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685845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857307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1028768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1200230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1371691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0F62FE"/>
          </p15:clr>
        </p15:guide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7" orient="horz" pos="2160">
          <p15:clr>
            <a:srgbClr val="0F62FE"/>
          </p15:clr>
        </p15:guide>
        <p15:guide id="19" orient="horz" pos="3240">
          <p15:clr>
            <a:srgbClr val="EE5396"/>
          </p15:clr>
        </p15:guide>
        <p15:guide id="20" orient="horz" pos="1080">
          <p15:clr>
            <a:srgbClr val="EE5396"/>
          </p15:clr>
        </p15:guide>
        <p15:guide id="21" orient="horz" pos="364">
          <p15:clr>
            <a:srgbClr val="EE5396"/>
          </p15:clr>
        </p15:guide>
        <p15:guide id="22" orient="horz" pos="5400">
          <p15:clr>
            <a:srgbClr val="EE5396"/>
          </p15:clr>
        </p15:guide>
        <p15:guide id="24" orient="horz" pos="7557">
          <p15:clr>
            <a:srgbClr val="EE5396"/>
          </p15:clr>
        </p15:guide>
        <p15:guide id="25" orient="horz" pos="8273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28" orient="horz" pos="6480">
          <p15:clr>
            <a:srgbClr val="0F62FE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571500"/>
            <a:ext cx="5486400" cy="9525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714500"/>
            <a:ext cx="5486400" cy="4381500"/>
          </a:xfrm>
          <a:prstGeom prst="rect">
            <a:avLst/>
          </a:prstGeom>
        </p:spPr>
        <p:txBody>
          <a:bodyPr vert="horz" lIns="0" tIns="228600" rIns="0" bIns="0" rtlCol="0" anchor="t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010" y="6515119"/>
            <a:ext cx="471765" cy="190500"/>
          </a:xfrm>
          <a:prstGeom prst="rect">
            <a:avLst/>
          </a:prstGeom>
        </p:spPr>
      </p:pic>
      <p:grpSp>
        <p:nvGrpSpPr>
          <p:cNvPr id="9" name="Group 8"/>
          <p:cNvGrpSpPr/>
          <p:nvPr userDrawn="1"/>
        </p:nvGrpSpPr>
        <p:grpSpPr>
          <a:xfrm>
            <a:off x="762000" y="6583046"/>
            <a:ext cx="2261125" cy="183809"/>
            <a:chOff x="914400" y="7899655"/>
            <a:chExt cx="2713350" cy="220571"/>
          </a:xfrm>
        </p:grpSpPr>
        <p:sp>
          <p:nvSpPr>
            <p:cNvPr id="10" name="Footer Placeholder 3"/>
            <p:cNvSpPr txBox="1">
              <a:spLocks/>
            </p:cNvSpPr>
            <p:nvPr userDrawn="1"/>
          </p:nvSpPr>
          <p:spPr>
            <a:xfrm>
              <a:off x="914400" y="7900416"/>
              <a:ext cx="2284416" cy="219051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500" kern="1200">
                  <a:solidFill>
                    <a:schemeClr val="bg2">
                      <a:alpha val="6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66" b="0" i="0" dirty="0">
                  <a:solidFill>
                    <a:schemeClr val="tx1">
                      <a:alpha val="60000"/>
                    </a:schemeClr>
                  </a:solidFill>
                  <a:latin typeface="IBM Plex Sans" charset="0"/>
                  <a:ea typeface="IBM Plex Sans" charset="0"/>
                  <a:cs typeface="IBM Plex Sans" charset="0"/>
                </a:rPr>
                <a:t>©</a:t>
              </a:r>
              <a:r>
                <a:rPr lang="en-US" sz="333" b="0" i="0" dirty="0">
                  <a:solidFill>
                    <a:schemeClr val="tx1">
                      <a:alpha val="60000"/>
                    </a:schemeClr>
                  </a:solidFill>
                  <a:latin typeface="IBM Plex Sans" charset="0"/>
                  <a:ea typeface="IBM Plex Sans" charset="0"/>
                  <a:cs typeface="IBM Plex Sans" charset="0"/>
                </a:rPr>
                <a:t> </a:t>
              </a:r>
              <a:r>
                <a:rPr lang="en-US" sz="666" b="0" i="0" dirty="0">
                  <a:solidFill>
                    <a:schemeClr val="tx1">
                      <a:alpha val="60000"/>
                    </a:schemeClr>
                  </a:solidFill>
                  <a:latin typeface="IBM Plex Sans" charset="0"/>
                  <a:ea typeface="IBM Plex Sans" charset="0"/>
                  <a:cs typeface="IBM Plex Sans" charset="0"/>
                </a:rPr>
                <a:t>2019 IBM Corporation</a:t>
              </a:r>
              <a:r>
                <a:rPr lang="en-US" sz="666" b="0" i="0" baseline="0" dirty="0">
                  <a:solidFill>
                    <a:schemeClr val="tx1">
                      <a:alpha val="60000"/>
                    </a:schemeClr>
                  </a:solidFill>
                  <a:latin typeface="IBM Plex Sans" charset="0"/>
                  <a:ea typeface="IBM Plex Sans" charset="0"/>
                  <a:cs typeface="IBM Plex Sans" charset="0"/>
                </a:rPr>
                <a:t>              </a:t>
              </a:r>
              <a:r>
                <a:rPr lang="en-US" sz="666" b="0" i="0" dirty="0">
                  <a:solidFill>
                    <a:schemeClr val="tx1">
                      <a:alpha val="60000"/>
                    </a:schemeClr>
                  </a:solidFill>
                  <a:latin typeface="IBM Plex Sans" charset="0"/>
                  <a:ea typeface="IBM Plex Sans" charset="0"/>
                  <a:cs typeface="IBM Plex Sans" charset="0"/>
                </a:rPr>
                <a:t> </a:t>
              </a:r>
            </a:p>
          </p:txBody>
        </p:sp>
        <p:sp>
          <p:nvSpPr>
            <p:cNvPr id="14" name="Date Placeholder 2"/>
            <p:cNvSpPr txBox="1">
              <a:spLocks/>
            </p:cNvSpPr>
            <p:nvPr userDrawn="1"/>
          </p:nvSpPr>
          <p:spPr>
            <a:xfrm>
              <a:off x="2256150" y="7899655"/>
              <a:ext cx="1371600" cy="220571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Bef>
                  <a:spcPts val="0"/>
                </a:spcBef>
                <a:spcAft>
                  <a:spcPts val="0"/>
                </a:spcAft>
                <a:tabLst/>
                <a:defRPr/>
              </a:pPr>
              <a:r>
                <a:rPr lang="en-US" sz="666" b="0" i="0" dirty="0">
                  <a:solidFill>
                    <a:schemeClr val="tx1">
                      <a:alpha val="60000"/>
                    </a:schemeClr>
                  </a:solidFill>
                  <a:latin typeface="IBM Plex Sans" charset="0"/>
                  <a:ea typeface="IBM Plex Sans" charset="0"/>
                  <a:cs typeface="IBM Plex Sans" charset="0"/>
                </a:rPr>
                <a:t> </a:t>
              </a:r>
              <a:fld id="{7C9968D1-C8E5-4FE3-AED4-7D4518C301B3}" type="datetime3">
                <a:rPr lang="en-US" sz="666" b="0" i="0" smtClean="0">
                  <a:solidFill>
                    <a:schemeClr val="tx1">
                      <a:alpha val="60000"/>
                    </a:schemeClr>
                  </a:solidFill>
                  <a:latin typeface="IBM Plex Sans" charset="0"/>
                  <a:ea typeface="IBM Plex Sans" charset="0"/>
                  <a:cs typeface="IBM Plex Sans" charset="0"/>
                </a:rPr>
                <a:pPr marL="0" indent="0" fontAlgn="auto">
                  <a:spcBef>
                    <a:spcPts val="0"/>
                  </a:spcBef>
                  <a:spcAft>
                    <a:spcPts val="0"/>
                  </a:spcAft>
                  <a:tabLst/>
                  <a:defRPr/>
                </a:pPr>
                <a:t>12 December 2025</a:t>
              </a:fld>
              <a:endParaRPr lang="en-US" sz="666" b="0" i="0" dirty="0">
                <a:solidFill>
                  <a:schemeClr val="tx1">
                    <a:alpha val="60000"/>
                  </a:schemeClr>
                </a:solidFill>
                <a:latin typeface="IBM Plex Sans" charset="0"/>
                <a:ea typeface="IBM Plex Sans" charset="0"/>
                <a:cs typeface="IBM Plex Sans" charset="0"/>
              </a:endParaRPr>
            </a:p>
          </p:txBody>
        </p:sp>
      </p:grpSp>
      <p:sp>
        <p:nvSpPr>
          <p:cNvPr id="16" name="Footer Placeholder 3"/>
          <p:cNvSpPr txBox="1">
            <a:spLocks/>
          </p:cNvSpPr>
          <p:nvPr userDrawn="1"/>
        </p:nvSpPr>
        <p:spPr>
          <a:xfrm>
            <a:off x="3238500" y="6583680"/>
            <a:ext cx="1903680" cy="182543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500" kern="1200">
                <a:solidFill>
                  <a:schemeClr val="bg2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66" b="0" i="0" dirty="0">
                <a:solidFill>
                  <a:schemeClr val="tx1">
                    <a:alpha val="60000"/>
                  </a:schemeClr>
                </a:solidFill>
                <a:latin typeface="IBM Plex Sans" charset="0"/>
                <a:ea typeface="IBM Plex Sans" charset="0"/>
                <a:cs typeface="IBM Plex Sans" charset="0"/>
              </a:rPr>
              <a:t>IBM Services</a:t>
            </a:r>
          </a:p>
        </p:txBody>
      </p:sp>
      <p:sp>
        <p:nvSpPr>
          <p:cNvPr id="17" name="Slide Number Placeholder 2"/>
          <p:cNvSpPr txBox="1">
            <a:spLocks/>
          </p:cNvSpPr>
          <p:nvPr userDrawn="1"/>
        </p:nvSpPr>
        <p:spPr>
          <a:xfrm>
            <a:off x="379048" y="6578160"/>
            <a:ext cx="273233" cy="182542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FD999D4-B456-9943-89B7-30D56181CE18}" type="slidenum">
              <a:rPr lang="en-US" sz="667" b="0" i="0" smtClean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pPr algn="l"/>
              <a:t>‹#›</a:t>
            </a:fld>
            <a:endParaRPr lang="en-US" sz="667" b="0" i="0" dirty="0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</p:spTree>
    <p:custDataLst>
      <p:tags r:id="rId15"/>
    </p:custDataLst>
    <p:extLst>
      <p:ext uri="{BB962C8B-B14F-4D97-AF65-F5344CB8AC3E}">
        <p14:creationId xmlns:p14="http://schemas.microsoft.com/office/powerpoint/2010/main" val="1467560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</p:sldLayoutIdLst>
  <p:hf sldNum="0" hdr="0" ftr="0" dt="0"/>
  <p:txStyles>
    <p:titleStyle>
      <a:lvl1pPr algn="l" defTabSz="914363" rtl="0" eaLnBrk="1" latinLnBrk="0" hangingPunct="1">
        <a:lnSpc>
          <a:spcPct val="90000"/>
        </a:lnSpc>
        <a:spcBef>
          <a:spcPct val="0"/>
        </a:spcBef>
        <a:buNone/>
        <a:defRPr sz="3000" b="0" i="0" kern="1200">
          <a:solidFill>
            <a:schemeClr val="tx1"/>
          </a:solidFill>
          <a:latin typeface="IBM Plex Sans" charset="0"/>
          <a:ea typeface="IBM Plex Sans" charset="0"/>
          <a:cs typeface="IBM Plex Sans" charset="0"/>
        </a:defRPr>
      </a:lvl1pPr>
    </p:titleStyle>
    <p:bodyStyle>
      <a:lvl1pPr marL="0" indent="0" algn="l" defTabSz="914363" rtl="0" eaLnBrk="1" latinLnBrk="0" hangingPunct="1">
        <a:lnSpc>
          <a:spcPct val="105000"/>
        </a:lnSpc>
        <a:spcBef>
          <a:spcPts val="500"/>
        </a:spcBef>
        <a:buFontTx/>
        <a:buNone/>
        <a:tabLst/>
        <a:defRPr sz="1667" b="0" i="0" kern="1200">
          <a:solidFill>
            <a:schemeClr val="tx1"/>
          </a:solidFill>
          <a:latin typeface="IBM Plex Sans" charset="0"/>
          <a:ea typeface="IBM Plex Sans" charset="0"/>
          <a:cs typeface="IBM Plex Sans" charset="0"/>
        </a:defRPr>
      </a:lvl1pPr>
      <a:lvl2pPr marL="190492" indent="-190492" algn="l" defTabSz="914363" rtl="0" eaLnBrk="1" latinLnBrk="0" hangingPunct="1">
        <a:lnSpc>
          <a:spcPct val="105000"/>
        </a:lnSpc>
        <a:spcBef>
          <a:spcPts val="500"/>
        </a:spcBef>
        <a:buFont typeface="Wingdings" panose="05000000000000000000" pitchFamily="2" charset="2"/>
        <a:buChar char="§"/>
        <a:defRPr lang="en-US" sz="1667" b="0" i="0" kern="1200" dirty="0" smtClean="0">
          <a:solidFill>
            <a:schemeClr val="tx1"/>
          </a:solidFill>
          <a:latin typeface="IBM Plex Sans" charset="0"/>
          <a:ea typeface="IBM Plex Sans" charset="0"/>
          <a:cs typeface="IBM Plex Sans" charset="0"/>
        </a:defRPr>
      </a:lvl2pPr>
      <a:lvl3pPr marL="380985" indent="-190492" algn="l" defTabSz="914363" rtl="0" eaLnBrk="1" latinLnBrk="0" hangingPunct="1">
        <a:lnSpc>
          <a:spcPct val="105000"/>
        </a:lnSpc>
        <a:spcBef>
          <a:spcPts val="500"/>
        </a:spcBef>
        <a:buSzPct val="80000"/>
        <a:buFont typeface="Arial" panose="020B0604020202020204" pitchFamily="34" charset="0"/>
        <a:buChar char="–"/>
        <a:defRPr lang="en-US" sz="1667" b="0" i="0" kern="1200" dirty="0" smtClean="0">
          <a:solidFill>
            <a:schemeClr val="tx1"/>
          </a:solidFill>
          <a:latin typeface="IBM Plex Sans" charset="0"/>
          <a:ea typeface="IBM Plex Sans" charset="0"/>
          <a:cs typeface="IBM Plex Sans" charset="0"/>
        </a:defRPr>
      </a:lvl3pPr>
      <a:lvl4pPr marL="571477" indent="-190492" algn="l" defTabSz="914363" rtl="0" eaLnBrk="1" latinLnBrk="0" hangingPunct="1">
        <a:lnSpc>
          <a:spcPct val="105000"/>
        </a:lnSpc>
        <a:spcBef>
          <a:spcPts val="500"/>
        </a:spcBef>
        <a:buFont typeface="Arial" panose="020B0604020202020204" pitchFamily="34" charset="0"/>
        <a:buChar char="•"/>
        <a:defRPr lang="en-US" sz="1667" b="0" i="0" kern="1200" dirty="0" smtClean="0">
          <a:solidFill>
            <a:schemeClr val="tx1"/>
          </a:solidFill>
          <a:latin typeface="IBM Plex Sans" charset="0"/>
          <a:ea typeface="IBM Plex Sans" charset="0"/>
          <a:cs typeface="IBM Plex Sans" charset="0"/>
        </a:defRPr>
      </a:lvl4pPr>
      <a:lvl5pPr marL="761970" indent="-190492" algn="l" defTabSz="914363" rtl="0" eaLnBrk="1" latinLnBrk="0" hangingPunct="1">
        <a:lnSpc>
          <a:spcPct val="105000"/>
        </a:lnSpc>
        <a:spcBef>
          <a:spcPts val="500"/>
        </a:spcBef>
        <a:buSzPct val="80000"/>
        <a:buFont typeface="Arial" panose="020B0604020202020204" pitchFamily="34" charset="0"/>
        <a:buChar char="–"/>
        <a:defRPr lang="en-US" sz="1667" b="0" i="0" kern="1200" dirty="0">
          <a:solidFill>
            <a:schemeClr val="tx1"/>
          </a:solidFill>
          <a:latin typeface="IBM Plex Sans" charset="0"/>
          <a:ea typeface="IBM Plex Sans" charset="0"/>
          <a:cs typeface="IBM Plex Sans" charset="0"/>
        </a:defRPr>
      </a:lvl5pPr>
      <a:lvl6pPr marL="2514499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69264" y="6469507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287999" y="288036"/>
            <a:ext cx="11293592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287300" y="1663700"/>
            <a:ext cx="11293592" cy="4334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</p:spTree>
    <p:extLst>
      <p:ext uri="{BB962C8B-B14F-4D97-AF65-F5344CB8AC3E}">
        <p14:creationId xmlns:p14="http://schemas.microsoft.com/office/powerpoint/2010/main" val="35438704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  <p:sldLayoutId id="2147483741" r:id="rId17"/>
    <p:sldLayoutId id="2147483742" r:id="rId18"/>
    <p:sldLayoutId id="2147483743" r:id="rId19"/>
    <p:sldLayoutId id="2147483744" r:id="rId20"/>
    <p:sldLayoutId id="2147483745" r:id="rId21"/>
    <p:sldLayoutId id="2147483746" r:id="rId22"/>
    <p:sldLayoutId id="2147483747" r:id="rId23"/>
    <p:sldLayoutId id="2147483748" r:id="rId24"/>
    <p:sldLayoutId id="2147483749" r:id="rId25"/>
    <p:sldLayoutId id="2147483750" r:id="rId26"/>
    <p:sldLayoutId id="2147483751" r:id="rId27"/>
    <p:sldLayoutId id="2147483752" r:id="rId28"/>
    <p:sldLayoutId id="2147483753" r:id="rId29"/>
    <p:sldLayoutId id="2147483754" r:id="rId30"/>
    <p:sldLayoutId id="2147483755" r:id="rId31"/>
    <p:sldLayoutId id="2147483756" r:id="rId32"/>
    <p:sldLayoutId id="2147483757" r:id="rId33"/>
    <p:sldLayoutId id="2147483758" r:id="rId34"/>
    <p:sldLayoutId id="2147483759" r:id="rId35"/>
    <p:sldLayoutId id="2147483760" r:id="rId36"/>
    <p:sldLayoutId id="2147483761" r:id="rId37"/>
    <p:sldLayoutId id="2147483762" r:id="rId38"/>
    <p:sldLayoutId id="2147483763" r:id="rId39"/>
    <p:sldLayoutId id="2147483764" r:id="rId40"/>
    <p:sldLayoutId id="2147483765" r:id="rId41"/>
    <p:sldLayoutId id="2147483766" r:id="rId42"/>
    <p:sldLayoutId id="2147483767" r:id="rId43"/>
    <p:sldLayoutId id="2147483768" r:id="rId44"/>
    <p:sldLayoutId id="2147483769" r:id="rId45"/>
    <p:sldLayoutId id="2147483770" r:id="rId46"/>
    <p:sldLayoutId id="2147483771" r:id="rId47"/>
    <p:sldLayoutId id="2147483772" r:id="rId48"/>
    <p:sldLayoutId id="2147483773" r:id="rId49"/>
  </p:sldLayoutIdLst>
  <p:transition spd="med"/>
  <p:hf sldNum="0" hdr="0" ftr="0" dt="0"/>
  <p:txStyles>
    <p:titleStyle>
      <a:lvl1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181248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362497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543744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724993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164559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329118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493677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571386" marR="0" indent="-228554" algn="l" defTabSz="1218956" rtl="0" eaLnBrk="1" latinLnBrk="0" hangingPunct="1">
        <a:lnSpc>
          <a:spcPct val="110000"/>
        </a:lnSpc>
        <a:spcBef>
          <a:spcPts val="145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921346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1102595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1283843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1465091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171461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342922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514384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685845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857307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1028768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1200230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1371691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0F62FE"/>
          </p15:clr>
        </p15:guide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7" orient="horz" pos="2160">
          <p15:clr>
            <a:srgbClr val="0F62FE"/>
          </p15:clr>
        </p15:guide>
        <p15:guide id="19" orient="horz" pos="3240">
          <p15:clr>
            <a:srgbClr val="EE5396"/>
          </p15:clr>
        </p15:guide>
        <p15:guide id="20" orient="horz" pos="1080">
          <p15:clr>
            <a:srgbClr val="EE5396"/>
          </p15:clr>
        </p15:guide>
        <p15:guide id="21" orient="horz" pos="364">
          <p15:clr>
            <a:srgbClr val="EE5396"/>
          </p15:clr>
        </p15:guide>
        <p15:guide id="22" orient="horz" pos="5400">
          <p15:clr>
            <a:srgbClr val="EE5396"/>
          </p15:clr>
        </p15:guide>
        <p15:guide id="24" orient="horz" pos="7557">
          <p15:clr>
            <a:srgbClr val="EE5396"/>
          </p15:clr>
        </p15:guide>
        <p15:guide id="25" orient="horz" pos="8273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28" orient="horz" pos="6480">
          <p15:clr>
            <a:srgbClr val="0F62FE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>
            <a:extLst>
              <a:ext uri="{FF2B5EF4-FFF2-40B4-BE49-F238E27FC236}">
                <a16:creationId xmlns:a16="http://schemas.microsoft.com/office/drawing/2014/main" id="{DC7CEBD5-B268-04A4-2C78-28FA7509E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11332073" cy="2286794"/>
          </a:xfrm>
        </p:spPr>
        <p:txBody>
          <a:bodyPr lIns="0" tIns="0" rIns="0" bIns="0" anchor="t"/>
          <a:lstStyle/>
          <a:p>
            <a:r>
              <a:rPr lang="en-US" sz="4250" dirty="0"/>
              <a:t>IBM Consulting Generative &amp; Agentic AI SRE/DevOps Engineer – Experienced Level</a:t>
            </a:r>
            <a:br>
              <a:rPr lang="en-US" sz="4250" dirty="0"/>
            </a:br>
            <a:br>
              <a:rPr lang="en-US" sz="4250" dirty="0"/>
            </a:br>
            <a:r>
              <a:rPr lang="en-US" sz="3600" dirty="0"/>
              <a:t>Stand and Deliver or Written Application Guidance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7C25EF1-9BAF-D4FC-CFD8-927E117E8912}"/>
              </a:ext>
            </a:extLst>
          </p:cNvPr>
          <p:cNvSpPr txBox="1"/>
          <p:nvPr/>
        </p:nvSpPr>
        <p:spPr>
          <a:xfrm>
            <a:off x="8948525" y="3211858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marR="0" lvl="0" indent="-223330" algn="l" defTabSz="1218956" rtl="0" eaLnBrk="1" fontAlgn="auto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/>
            </a:pPr>
            <a:endParaRPr kumimoji="0" lang="en-C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98B2BF4-C176-2930-9053-F053B8492290}"/>
              </a:ext>
            </a:extLst>
          </p:cNvPr>
          <p:cNvSpPr txBox="1"/>
          <p:nvPr/>
        </p:nvSpPr>
        <p:spPr>
          <a:xfrm>
            <a:off x="8948525" y="3783284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marR="0" lvl="0" indent="-223330" algn="l" defTabSz="1218956" rtl="0" eaLnBrk="1" fontAlgn="auto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/>
            </a:pPr>
            <a:endParaRPr kumimoji="0" lang="en-C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766E33-012F-CE21-E37C-B02A110A5D95}"/>
              </a:ext>
            </a:extLst>
          </p:cNvPr>
          <p:cNvSpPr txBox="1"/>
          <p:nvPr/>
        </p:nvSpPr>
        <p:spPr>
          <a:xfrm>
            <a:off x="110773" y="3209021"/>
            <a:ext cx="11684285" cy="1439368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>
            <a:spAutoFit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b="1" dirty="0">
                <a:effectLst/>
                <a:latin typeface="IBM Plex Sans Text" panose="020B050305020300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Learners:</a:t>
            </a:r>
            <a:r>
              <a:rPr lang="en-US" sz="1800" dirty="0">
                <a:effectLst/>
                <a:latin typeface="IBM Plex Sans Text" panose="020B050305020300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Use these guidelines to ensure that your Stand and Deliver video or written application meets the criteria for approval. 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effectLst/>
                <a:latin typeface="IBM Plex Sans Text" panose="020B050305020300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Managers and approvers</a:t>
            </a:r>
            <a:r>
              <a:rPr lang="en-US" sz="1800" dirty="0">
                <a:effectLst/>
                <a:latin typeface="IBM Plex Sans Text" panose="020B050305020300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Use this guidance to confirm that the applicant’s submission meets the requirements.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061191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685C7F7-DCA3-22FC-B0F6-DA9D41B25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288036"/>
            <a:ext cx="10926539" cy="953294"/>
          </a:xfrm>
        </p:spPr>
        <p:txBody>
          <a:bodyPr lIns="0" tIns="0" rIns="0" bIns="0" anchor="t"/>
          <a:lstStyle/>
          <a:p>
            <a:r>
              <a:rPr lang="en-US" sz="2400" dirty="0"/>
              <a:t>IBM Consulting Generative &amp; Agentic AI Experienced Level SRE/DevOps Engineer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E93EE3C-78C8-C552-1B32-32B5930AFA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8" y="1082680"/>
            <a:ext cx="5049180" cy="4286250"/>
          </a:xfrm>
        </p:spPr>
        <p:txBody>
          <a:bodyPr lIns="0" tIns="0" rIns="0" bIns="0" anchor="t"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400" dirty="0">
                <a:effectLst/>
                <a:latin typeface="IBM Plex Sans"/>
                <a:ea typeface="Times New Roman" panose="02020603050405020304" pitchFamily="18" charset="0"/>
                <a:cs typeface="Times New Roman" panose="02020603050405020304" pitchFamily="18" charset="0"/>
              </a:rPr>
              <a:t>In this learning program you learned about:</a:t>
            </a:r>
          </a:p>
          <a:p>
            <a:pPr marL="293688" indent="-29368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IBM Plex Sans"/>
                <a:ea typeface="Times New Roman" panose="02020603050405020304" pitchFamily="18" charset="0"/>
                <a:cs typeface="Times New Roman" panose="02020603050405020304" pitchFamily="18" charset="0"/>
              </a:rPr>
              <a:t>Our “Client first….with a point of view” perspective, and how our technology and expertise are represented in our offerings and use cases</a:t>
            </a:r>
          </a:p>
          <a:p>
            <a:pPr marL="293688" indent="-29368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IBM Plex Sans"/>
                <a:ea typeface="Times New Roman" panose="02020603050405020304" pitchFamily="18" charset="0"/>
                <a:cs typeface="Times New Roman" panose="02020603050405020304" pitchFamily="18" charset="0"/>
              </a:rPr>
              <a:t>How to achieve greater value for our clients with IBM’s watsonx portfolio and Strategic Partner generative &amp; agentic AI solutions</a:t>
            </a:r>
          </a:p>
          <a:p>
            <a:pPr marL="293370" indent="-29337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IBM Plex Sans"/>
                <a:ea typeface="Times New Roman" panose="02020603050405020304" pitchFamily="18" charset="0"/>
                <a:cs typeface="Times New Roman"/>
              </a:rPr>
              <a:t>B</a:t>
            </a:r>
            <a:r>
              <a:rPr lang="en-US" sz="1400" dirty="0">
                <a:effectLst/>
                <a:latin typeface="IBM Plex Sans"/>
                <a:ea typeface="Times New Roman" panose="02020603050405020304" pitchFamily="18" charset="0"/>
                <a:cs typeface="Times New Roman"/>
              </a:rPr>
              <a:t>ias, data accuracy, and risk of generative</a:t>
            </a:r>
            <a:r>
              <a:rPr lang="en-US" sz="1400" dirty="0">
                <a:latin typeface="IBM Plex Sans"/>
                <a:ea typeface="Times New Roman" panose="02020603050405020304" pitchFamily="18" charset="0"/>
                <a:cs typeface="Times New Roman"/>
              </a:rPr>
              <a:t> &amp; agentic</a:t>
            </a:r>
            <a:r>
              <a:rPr lang="en-US" sz="1400" dirty="0">
                <a:effectLst/>
                <a:latin typeface="IBM Plex Sans"/>
                <a:ea typeface="Times New Roman" panose="02020603050405020304" pitchFamily="18" charset="0"/>
                <a:cs typeface="Times New Roman"/>
              </a:rPr>
              <a:t> AI, and how we approach Trustworthy AI</a:t>
            </a:r>
          </a:p>
          <a:p>
            <a:pPr marL="293688" indent="-29368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IBM Plex Sans"/>
                <a:ea typeface="Times New Roman" panose="02020603050405020304" pitchFamily="18" charset="0"/>
                <a:cs typeface="Times New Roman" panose="02020603050405020304" pitchFamily="18" charset="0"/>
              </a:rPr>
              <a:t>Use of prompt engineering techniques and IBM Assistants to augment our own work, improving efficiency and effectiveness that delivers better, faster value to clients.</a:t>
            </a:r>
          </a:p>
          <a:p>
            <a:pPr marL="293688" indent="-29368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IBM Plex Sans"/>
                <a:ea typeface="Times New Roman" panose="02020603050405020304" pitchFamily="18" charset="0"/>
                <a:cs typeface="Times New Roman" panose="02020603050405020304" pitchFamily="18" charset="0"/>
              </a:rPr>
              <a:t>IBM methods, tools, and best practices in delivering generative &amp; agentic AI solutions for our clients</a:t>
            </a:r>
            <a:endParaRPr lang="en-US" sz="1400" dirty="0">
              <a:effectLst/>
              <a:latin typeface="IBM Plex San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US" sz="1400" dirty="0">
              <a:latin typeface="IBM Plex San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B40A6F9-BC0C-69F7-35FF-67B067BB01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6" y="1082680"/>
            <a:ext cx="5047593" cy="3638978"/>
          </a:xfrm>
        </p:spPr>
        <p:txBody>
          <a:bodyPr lIns="0" tIns="0" rIns="0" bIns="0" anchor="t"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400" dirty="0">
                <a:effectLst/>
                <a:latin typeface="IBM Plex Sans"/>
                <a:ea typeface="Times New Roman" panose="02020603050405020304" pitchFamily="18" charset="0"/>
                <a:cs typeface="Times New Roman"/>
              </a:rPr>
              <a:t>You are now required to </a:t>
            </a:r>
            <a:r>
              <a:rPr lang="en-US" sz="1400" u="sng" dirty="0">
                <a:effectLst/>
                <a:latin typeface="IBM Plex Sans"/>
                <a:ea typeface="Times New Roman" panose="02020603050405020304" pitchFamily="18" charset="0"/>
                <a:cs typeface="Times New Roman"/>
              </a:rPr>
              <a:t>either</a:t>
            </a:r>
            <a:r>
              <a:rPr lang="en-US" sz="1400" dirty="0">
                <a:effectLst/>
                <a:latin typeface="IBM Plex Sans"/>
                <a:ea typeface="Times New Roman" panose="02020603050405020304" pitchFamily="18" charset="0"/>
                <a:cs typeface="Times New Roman"/>
              </a:rPr>
              <a:t> A) </a:t>
            </a:r>
            <a:r>
              <a:rPr lang="en-US" sz="1400" b="1" dirty="0">
                <a:effectLst/>
                <a:latin typeface="IBM Plex Sans"/>
                <a:ea typeface="Times New Roman" panose="02020603050405020304" pitchFamily="18" charset="0"/>
                <a:cs typeface="Times New Roman"/>
              </a:rPr>
              <a:t>record a</a:t>
            </a:r>
            <a:r>
              <a:rPr lang="en-US" sz="1400" dirty="0">
                <a:effectLst/>
                <a:latin typeface="IBM Plex Sans"/>
                <a:ea typeface="Times New Roman" panose="02020603050405020304" pitchFamily="18" charset="0"/>
                <a:cs typeface="Times New Roman"/>
              </a:rPr>
              <a:t> </a:t>
            </a:r>
            <a:r>
              <a:rPr lang="en-US" sz="1400" b="1" dirty="0">
                <a:effectLst/>
                <a:latin typeface="IBM Plex Sans"/>
                <a:ea typeface="Times New Roman" panose="02020603050405020304" pitchFamily="18" charset="0"/>
                <a:cs typeface="Times New Roman"/>
              </a:rPr>
              <a:t>short video between 7-10 minutes in length or B) complete a written application </a:t>
            </a:r>
            <a:r>
              <a:rPr lang="en-US" sz="1400" dirty="0">
                <a:effectLst/>
                <a:latin typeface="IBM Plex Sans"/>
                <a:ea typeface="Times New Roman" panose="02020603050405020304" pitchFamily="18" charset="0"/>
                <a:cs typeface="Times New Roman"/>
              </a:rPr>
              <a:t>in which you will demonstrate your understanding of the material and your </a:t>
            </a:r>
            <a:r>
              <a:rPr lang="en-US" sz="1400" dirty="0">
                <a:latin typeface="IBM Plex Sans"/>
                <a:ea typeface="Times New Roman" panose="02020603050405020304" pitchFamily="18" charset="0"/>
                <a:cs typeface="Times New Roman"/>
              </a:rPr>
              <a:t>related skills.  This may be achieved by: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IBM Plex Sans"/>
                <a:ea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en-US" sz="1400" dirty="0">
                <a:latin typeface="IBM Plex Sans"/>
                <a:ea typeface="Times New Roman" panose="02020603050405020304" pitchFamily="18" charset="0"/>
                <a:cs typeface="Times New Roman" panose="02020603050405020304" pitchFamily="18" charset="0"/>
              </a:rPr>
              <a:t>tailed description of client-based experience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IBM Plex Sans"/>
                <a:ea typeface="Times New Roman" panose="02020603050405020304" pitchFamily="18" charset="0"/>
                <a:cs typeface="Times New Roman" panose="02020603050405020304" pitchFamily="18" charset="0"/>
              </a:rPr>
              <a:t>If a video, demonstration of exper</a:t>
            </a:r>
            <a:r>
              <a:rPr lang="en-US" sz="1400" dirty="0">
                <a:latin typeface="IBM Plex Sans"/>
                <a:ea typeface="Times New Roman" panose="02020603050405020304" pitchFamily="18" charset="0"/>
                <a:cs typeface="Times New Roman" panose="02020603050405020304" pitchFamily="18" charset="0"/>
              </a:rPr>
              <a:t>tise in a simulated client situation (e.g., lab demo)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IBM Plex Sans"/>
                <a:ea typeface="Times New Roman" panose="02020603050405020304" pitchFamily="18" charset="0"/>
                <a:cs typeface="Times New Roman"/>
              </a:rPr>
              <a:t>If a written application, description of your work products, deliverables, and applications delivered on a generative &amp; agentic AI project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400" dirty="0">
                <a:latin typeface="IBM Plex Sans"/>
              </a:rPr>
              <a:t>Completion of this either the video or the application is </a:t>
            </a:r>
            <a:r>
              <a:rPr lang="en-US" sz="1400" b="1" dirty="0">
                <a:latin typeface="IBM Plex Sans"/>
              </a:rPr>
              <a:t>required</a:t>
            </a:r>
            <a:r>
              <a:rPr lang="en-US" sz="1400" dirty="0">
                <a:latin typeface="IBM Plex Sans"/>
              </a:rPr>
              <a:t> for the IBM Consulting Generative &amp; Agentic AI SRE/DevOps Engineer Intermediate badge. 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400" dirty="0">
                <a:effectLst/>
                <a:latin typeface="IBM Plex San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US" sz="1400" dirty="0">
              <a:latin typeface="IBM Plex Sa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D6AC80-CDF6-020F-293B-7DF517047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0764" y="4657344"/>
            <a:ext cx="1926249" cy="191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77028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DB4E7-1C31-5CF0-5AE2-32D786B6F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4994006" cy="570707"/>
          </a:xfrm>
        </p:spPr>
        <p:txBody>
          <a:bodyPr/>
          <a:lstStyle/>
          <a:p>
            <a:r>
              <a:rPr lang="en-US" dirty="0"/>
              <a:t>Options to Demonstrate Expertise &amp; Eminence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B7E1E-3FBF-1D25-8539-2589C4E668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5760" y="1714500"/>
            <a:ext cx="4561242" cy="428625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400" dirty="0"/>
              <a:t>Candidates for an Experienced-level badge may complete </a:t>
            </a:r>
            <a:r>
              <a:rPr lang="en-US" sz="2400" b="1" dirty="0"/>
              <a:t>either</a:t>
            </a:r>
            <a:r>
              <a:rPr lang="en-US" sz="2400" dirty="0"/>
              <a:t>:</a:t>
            </a:r>
          </a:p>
          <a:p>
            <a:pPr marL="342900" indent="-342900" algn="ctr">
              <a:spcBef>
                <a:spcPts val="1200"/>
              </a:spcBef>
              <a:buFont typeface="+mj-lt"/>
              <a:buAutoNum type="arabicPeriod"/>
            </a:pPr>
            <a:r>
              <a:rPr lang="en-US" sz="2400" dirty="0"/>
              <a:t>A Stand &amp; Deliver video</a:t>
            </a:r>
          </a:p>
          <a:p>
            <a:pPr algn="ctr">
              <a:spcBef>
                <a:spcPts val="1200"/>
              </a:spcBef>
            </a:pPr>
            <a:r>
              <a:rPr lang="en-US" sz="2400" b="1" dirty="0"/>
              <a:t>OR</a:t>
            </a:r>
          </a:p>
          <a:p>
            <a:pPr marL="342900" indent="-342900" algn="ctr">
              <a:spcBef>
                <a:spcPts val="1200"/>
              </a:spcBef>
              <a:buFont typeface="+mj-lt"/>
              <a:buAutoNum type="arabicPeriod" startAt="2"/>
            </a:pPr>
            <a:r>
              <a:rPr lang="en-US" sz="2400" dirty="0"/>
              <a:t>A written application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B14868-07AB-3315-C6C9-7ABBE0E184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81038" y="288036"/>
            <a:ext cx="3202350" cy="2401376"/>
          </a:xfrm>
        </p:spPr>
        <p:txBody>
          <a:bodyPr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 dirty="0"/>
              <a:t>A Stand &amp; Deliver video </a:t>
            </a:r>
            <a:r>
              <a:rPr lang="en-US" sz="1200" dirty="0"/>
              <a:t>should be 7-10 minutes in length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You are encouraged to use visual content to support your presentation (e.g., </a:t>
            </a:r>
            <a:r>
              <a:rPr lang="en-US" sz="1200" dirty="0" err="1"/>
              <a:t>Powerpoint</a:t>
            </a:r>
            <a:r>
              <a:rPr lang="en-US" sz="1200" dirty="0"/>
              <a:t>, demo of code, etc.)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You are not required to be on camera if you do not wish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Your video must cover all project experience requirements listed in this guide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6290FB-007E-3953-9E47-BF621E8B46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37424" y="288036"/>
            <a:ext cx="3213107" cy="2401376"/>
          </a:xfrm>
        </p:spPr>
        <p:txBody>
          <a:bodyPr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 dirty="0"/>
              <a:t>The written application </a:t>
            </a:r>
            <a:r>
              <a:rPr lang="en-US" sz="1200" dirty="0"/>
              <a:t>requires you to fully document your generative </a:t>
            </a:r>
            <a:r>
              <a:rPr lang="en-US" sz="1200" dirty="0">
                <a:latin typeface="IBM Plex Sans"/>
                <a:ea typeface="Times New Roman" panose="02020603050405020304" pitchFamily="18" charset="0"/>
                <a:cs typeface="Times New Roman" panose="02020603050405020304" pitchFamily="18" charset="0"/>
              </a:rPr>
              <a:t>&amp; agentic </a:t>
            </a:r>
            <a:r>
              <a:rPr lang="en-US" sz="1200" dirty="0"/>
              <a:t>AI project experience on a project or internal program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Your application must cover all project experience requirements listed in this guide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endParaRPr lang="en-US" sz="1200" dirty="0"/>
          </a:p>
        </p:txBody>
      </p:sp>
      <p:pic>
        <p:nvPicPr>
          <p:cNvPr id="10" name="Picture Placeholder 9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62F88A05-7CB9-7935-5657-4F1BACFCFC85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l="18980" r="18980"/>
          <a:stretch>
            <a:fillRect/>
          </a:stretch>
        </p:blipFill>
        <p:spPr>
          <a:xfrm>
            <a:off x="5095108" y="2785424"/>
            <a:ext cx="3188280" cy="3184263"/>
          </a:xfrm>
        </p:spPr>
      </p:pic>
      <p:pic>
        <p:nvPicPr>
          <p:cNvPr id="7" name="Picture 6" descr="A white page with text&#10;&#10;AI-generated content may be incorrect.">
            <a:extLst>
              <a:ext uri="{FF2B5EF4-FFF2-40B4-BE49-F238E27FC236}">
                <a16:creationId xmlns:a16="http://schemas.microsoft.com/office/drawing/2014/main" id="{0E602D77-50B7-FB13-A087-1E431287E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6684" y="2119489"/>
            <a:ext cx="2981362" cy="2933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82576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D6FBBA5-BC73-FA3D-46F8-6CDFA0120A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3955" y="1292391"/>
            <a:ext cx="2475384" cy="1905000"/>
          </a:xfrm>
        </p:spPr>
        <p:txBody>
          <a:bodyPr/>
          <a:lstStyle/>
          <a:p>
            <a:r>
              <a:rPr lang="en-US" sz="1400" dirty="0">
                <a:effectLst/>
                <a:latin typeface="IBM Plex Sans Text" panose="020B050305020300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Description of the client </a:t>
            </a:r>
            <a:r>
              <a:rPr lang="en-US" sz="1400" dirty="0">
                <a:latin typeface="IBM Plex Sans Text" panose="020B050305020300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need or business problem </a:t>
            </a:r>
            <a:r>
              <a:rPr lang="en-US" sz="1400" dirty="0">
                <a:effectLst/>
                <a:latin typeface="IBM Plex Sans Text" panose="020B050305020300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be addressed using generative </a:t>
            </a:r>
            <a:r>
              <a:rPr lang="en-US" sz="1400" dirty="0">
                <a:latin typeface="IBM Plex Sans"/>
                <a:ea typeface="Times New Roman" panose="02020603050405020304" pitchFamily="18" charset="0"/>
                <a:cs typeface="Times New Roman" panose="02020603050405020304" pitchFamily="18" charset="0"/>
              </a:rPr>
              <a:t>&amp; agentic</a:t>
            </a:r>
            <a:r>
              <a:rPr lang="en-US" sz="1400" dirty="0">
                <a:effectLst/>
                <a:latin typeface="IBM Plex Sans Text" panose="020B050305020300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AI.  </a:t>
            </a:r>
          </a:p>
          <a:p>
            <a:r>
              <a:rPr lang="en-US" sz="1400" dirty="0">
                <a:latin typeface="IBM Plex Sans Text" panose="020B050305020300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a client, share client name, dates, and project objectives.</a:t>
            </a:r>
          </a:p>
          <a:p>
            <a:r>
              <a:rPr lang="en-US" sz="1400" dirty="0">
                <a:effectLst/>
                <a:latin typeface="IBM Plex Sans Text" panose="020B050305020300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not a client, describe your scenario</a:t>
            </a:r>
            <a:r>
              <a:rPr lang="en-US" sz="1400" dirty="0">
                <a:latin typeface="IBM Plex Sans Text" panose="020B050305020300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which you will demonstrate work products.</a:t>
            </a:r>
            <a:endParaRPr lang="en-US" sz="1400" dirty="0">
              <a:effectLst/>
              <a:latin typeface="IBM Plex Sans Text" panose="020B050305020300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050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3FF6BCCD-A8FF-066E-5414-66110451E19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6455" y="1292391"/>
            <a:ext cx="2476178" cy="1905000"/>
          </a:xfrm>
        </p:spPr>
        <p:txBody>
          <a:bodyPr/>
          <a:lstStyle/>
          <a:p>
            <a:r>
              <a:rPr lang="en-US" sz="1400" dirty="0">
                <a:latin typeface="IBM Plex Sans Text" panose="020B050305020300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relevant IBM generative </a:t>
            </a:r>
            <a:r>
              <a:rPr lang="en-US" sz="1400" dirty="0">
                <a:latin typeface="IBM Plex Sans"/>
                <a:ea typeface="Times New Roman" panose="02020603050405020304" pitchFamily="18" charset="0"/>
                <a:cs typeface="Times New Roman" panose="02020603050405020304" pitchFamily="18" charset="0"/>
              </a:rPr>
              <a:t>&amp; agentic </a:t>
            </a:r>
            <a:r>
              <a:rPr lang="en-US" sz="1400" dirty="0">
                <a:latin typeface="IBM Plex Sans Text" panose="020B050305020300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 offering you are enabling or supporting?</a:t>
            </a:r>
            <a:endParaRPr lang="en-US" sz="1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050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F6467F27-5B0C-E20D-C53C-ABED164A8C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677935" y="1292391"/>
            <a:ext cx="2476178" cy="1905000"/>
          </a:xfrm>
        </p:spPr>
        <p:txBody>
          <a:bodyPr lIns="0" tIns="0" rIns="0" bIns="0" anchor="t"/>
          <a:lstStyle/>
          <a:p>
            <a:r>
              <a:rPr lang="en-US" sz="1400" dirty="0">
                <a:effectLst/>
                <a:latin typeface="IBM Plex Sans Text"/>
                <a:ea typeface="Times New Roman" panose="02020603050405020304" pitchFamily="18" charset="0"/>
                <a:cs typeface="Times New Roman"/>
              </a:rPr>
              <a:t>How are you using watsonx and/or Strategic Partner products or functionality to achieve the outcomes?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6C53FE91-313D-0D70-D09A-ACCBB400617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3955" y="4256309"/>
            <a:ext cx="2475384" cy="1905000"/>
          </a:xfrm>
        </p:spPr>
        <p:txBody>
          <a:bodyPr lIns="0" tIns="0" rIns="0" bIns="0" anchor="t"/>
          <a:lstStyle/>
          <a:p>
            <a:r>
              <a:rPr lang="en-US" sz="1400" dirty="0">
                <a:effectLst/>
                <a:latin typeface="IBM Plex Sans Text"/>
                <a:ea typeface="Times New Roman" panose="02020603050405020304" pitchFamily="18" charset="0"/>
                <a:cs typeface="Times New Roman"/>
              </a:rPr>
              <a:t>What </a:t>
            </a:r>
            <a:r>
              <a:rPr lang="en-US" sz="1400" dirty="0">
                <a:latin typeface="IBM Plex Sans Text"/>
                <a:ea typeface="Times New Roman" panose="02020603050405020304" pitchFamily="18" charset="0"/>
                <a:cs typeface="Times New Roman"/>
              </a:rPr>
              <a:t>is the solution or the </a:t>
            </a:r>
            <a:r>
              <a:rPr lang="en-US" sz="1400" dirty="0">
                <a:effectLst/>
                <a:latin typeface="IBM Plex Sans Text"/>
                <a:ea typeface="Times New Roman" panose="02020603050405020304" pitchFamily="18" charset="0"/>
                <a:cs typeface="Times New Roman"/>
              </a:rPr>
              <a:t>deliverables and work products that you created that support achievement of generative </a:t>
            </a:r>
            <a:r>
              <a:rPr lang="en-US" sz="1400" dirty="0">
                <a:latin typeface="IBM Plex Sans"/>
                <a:ea typeface="Times New Roman" panose="02020603050405020304" pitchFamily="18" charset="0"/>
                <a:cs typeface="Times New Roman" panose="02020603050405020304" pitchFamily="18" charset="0"/>
              </a:rPr>
              <a:t>&amp; agentic </a:t>
            </a:r>
            <a:r>
              <a:rPr lang="en-US" sz="1400" dirty="0">
                <a:effectLst/>
                <a:latin typeface="IBM Plex Sans Text"/>
                <a:ea typeface="Times New Roman" panose="02020603050405020304" pitchFamily="18" charset="0"/>
                <a:cs typeface="Times New Roman"/>
              </a:rPr>
              <a:t>AI outcomes?</a:t>
            </a:r>
          </a:p>
          <a:p>
            <a:r>
              <a:rPr lang="en-US" sz="1400" dirty="0">
                <a:latin typeface="IBM Plex Sans Text"/>
                <a:ea typeface="Times New Roman" panose="02020603050405020304" pitchFamily="18" charset="0"/>
                <a:cs typeface="Times New Roman"/>
              </a:rPr>
              <a:t>Describe how you created work products</a:t>
            </a:r>
            <a:r>
              <a:rPr lang="en-US" sz="1400" dirty="0">
                <a:latin typeface="IBM Plex Sans Text"/>
                <a:cs typeface="Times New Roman"/>
              </a:rPr>
              <a:t> and deliverables.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F69028C3-EC79-C1A7-DC6D-437CFDA5F0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56455" y="4256309"/>
            <a:ext cx="2475384" cy="1896341"/>
          </a:xfrm>
        </p:spPr>
        <p:txBody>
          <a:bodyPr lIns="0" tIns="0" rIns="0" bIns="0" anchor="t"/>
          <a:lstStyle/>
          <a:p>
            <a:r>
              <a:rPr lang="en-US" sz="1400" dirty="0">
                <a:effectLst/>
                <a:latin typeface="IBM Plex Sans Text"/>
                <a:ea typeface="Times New Roman" panose="02020603050405020304" pitchFamily="18" charset="0"/>
                <a:cs typeface="Times New Roman"/>
              </a:rPr>
              <a:t>How did you approach delivery of the solution using IBM tools, techniques, and/or methods (e.g., IBM Consulting Advantage, Core Method, IBM Garage, etc.)?</a:t>
            </a:r>
            <a:endParaRPr lang="en-US" sz="1050" dirty="0"/>
          </a:p>
          <a:p>
            <a:endParaRPr lang="en-US" sz="1050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F2534C6-D852-F132-E07B-1519E410855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677935" y="4256309"/>
            <a:ext cx="2476178" cy="1905000"/>
          </a:xfrm>
        </p:spPr>
        <p:txBody>
          <a:bodyPr lIns="0" tIns="0" rIns="0" bIns="0" anchor="t"/>
          <a:lstStyle/>
          <a:p>
            <a:r>
              <a:rPr lang="en-US" sz="1400" dirty="0">
                <a:latin typeface="IBM Plex Sans Text"/>
                <a:ea typeface="Times New Roman" panose="02020603050405020304" pitchFamily="18" charset="0"/>
                <a:cs typeface="Times New Roman"/>
              </a:rPr>
              <a:t>What types of risks and ethical concerns exist, and how did you address these risks?  You should describe how you used IBM's approach to Trustworthy AI, AI Ethics, and governance.</a:t>
            </a:r>
            <a:endParaRPr lang="en-US" sz="1050" dirty="0"/>
          </a:p>
          <a:p>
            <a:endParaRPr lang="en-US" sz="1050" dirty="0"/>
          </a:p>
        </p:txBody>
      </p:sp>
      <p:pic>
        <p:nvPicPr>
          <p:cNvPr id="46" name="Picture Placeholder 45" descr="Checkbox Checked with solid fill">
            <a:extLst>
              <a:ext uri="{FF2B5EF4-FFF2-40B4-BE49-F238E27FC236}">
                <a16:creationId xmlns:a16="http://schemas.microsoft.com/office/drawing/2014/main" id="{C8BE8D0B-CCF3-FAB7-1188-72CC06674008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" r="394"/>
          <a:stretch>
            <a:fillRect/>
          </a:stretch>
        </p:blipFill>
        <p:spPr>
          <a:xfrm>
            <a:off x="3813955" y="709380"/>
            <a:ext cx="510022" cy="511216"/>
          </a:xfr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47C25EF1-9BAF-D4FC-CFD8-927E117E8912}"/>
              </a:ext>
            </a:extLst>
          </p:cNvPr>
          <p:cNvSpPr txBox="1"/>
          <p:nvPr/>
        </p:nvSpPr>
        <p:spPr>
          <a:xfrm>
            <a:off x="9071813" y="3211858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marR="0" lvl="0" indent="-223330" algn="l" defTabSz="1218956" rtl="0" eaLnBrk="1" fontAlgn="auto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/>
            </a:pPr>
            <a:endParaRPr kumimoji="0" lang="en-C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98B2BF4-C176-2930-9053-F053B8492290}"/>
              </a:ext>
            </a:extLst>
          </p:cNvPr>
          <p:cNvSpPr txBox="1"/>
          <p:nvPr/>
        </p:nvSpPr>
        <p:spPr>
          <a:xfrm>
            <a:off x="9071813" y="3783284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marR="0" lvl="0" indent="-223330" algn="l" defTabSz="1218956" rtl="0" eaLnBrk="1" fontAlgn="auto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/>
            </a:pPr>
            <a:endParaRPr kumimoji="0" lang="en-C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318C83-9B10-1260-8F26-DEFD7CE408EA}"/>
              </a:ext>
            </a:extLst>
          </p:cNvPr>
          <p:cNvSpPr txBox="1"/>
          <p:nvPr/>
        </p:nvSpPr>
        <p:spPr>
          <a:xfrm>
            <a:off x="93086" y="307060"/>
            <a:ext cx="3223016" cy="6126229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Text"/>
                <a:ea typeface="+mn-ea"/>
                <a:cs typeface="+mn-cs"/>
              </a:rPr>
              <a:t>To prepare for your Stand and Deliver video OR written application:</a:t>
            </a:r>
          </a:p>
          <a:p>
            <a:pPr marL="228600" lvl="0" indent="-228600">
              <a:lnSpc>
                <a:spcPct val="120000"/>
              </a:lnSpc>
              <a:spcAft>
                <a:spcPts val="1000"/>
              </a:spcAft>
              <a:buFont typeface="+mj-lt"/>
              <a:buAutoNum type="arabicPeriod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Text"/>
                <a:ea typeface="+mn-ea"/>
                <a:cs typeface="+mn-cs"/>
              </a:rPr>
              <a:t>Prepare support materials that describe projects on which you delivered a generative </a:t>
            </a:r>
            <a:r>
              <a:rPr lang="en-US" sz="1400" dirty="0">
                <a:latin typeface="IBM Plex Sans"/>
                <a:ea typeface="Times New Roman" panose="02020603050405020304" pitchFamily="18" charset="0"/>
                <a:cs typeface="Times New Roman" panose="02020603050405020304" pitchFamily="18" charset="0"/>
              </a:rPr>
              <a:t>&amp; agentic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Text"/>
                <a:ea typeface="+mn-ea"/>
                <a:cs typeface="+mn-cs"/>
              </a:rPr>
              <a:t>AI solution(s). 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Text"/>
                <a:ea typeface="+mn-ea"/>
                <a:cs typeface="+mn-cs"/>
              </a:rPr>
              <a:t>Review the topics on this page to ensure that you have material that addresses these areas of evaluation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Text"/>
                <a:ea typeface="+mn-ea"/>
                <a:cs typeface="+mn-cs"/>
              </a:rPr>
              <a:t>When ready, choose either the the “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Text"/>
                <a:ea typeface="+mn-ea"/>
                <a:cs typeface="+mn-cs"/>
              </a:rPr>
              <a:t>Stand and Deliver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Text"/>
                <a:ea typeface="+mn-ea"/>
                <a:cs typeface="+mn-cs"/>
              </a:rPr>
              <a:t>” activity OR the “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Text"/>
                <a:ea typeface="+mn-ea"/>
                <a:cs typeface="+mn-cs"/>
              </a:rPr>
              <a:t>Written Application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Text"/>
                <a:ea typeface="+mn-ea"/>
                <a:cs typeface="+mn-cs"/>
              </a:rPr>
              <a:t>” activity within the learning plan to record your pitch. 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Text"/>
                <a:ea typeface="+mn-ea"/>
                <a:cs typeface="+mn-cs"/>
              </a:rPr>
              <a:t>If you chose Stand &amp; Deliver, you are not required to be on camera yourself; you may choose to show only presentation materials if you wish.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50643A5E-9904-F6BB-EE85-A212E6280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455" y="673316"/>
            <a:ext cx="520700" cy="5080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8DBC00BF-4610-D6C5-8F38-3FD0F48E3D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935" y="663241"/>
            <a:ext cx="520700" cy="508000"/>
          </a:xfrm>
          <a:prstGeom prst="rect">
            <a:avLst/>
          </a:prstGeom>
        </p:spPr>
      </p:pic>
      <p:pic>
        <p:nvPicPr>
          <p:cNvPr id="51" name="Picture Placeholder 45" descr="Checkbox Checked with solid fill">
            <a:extLst>
              <a:ext uri="{FF2B5EF4-FFF2-40B4-BE49-F238E27FC236}">
                <a16:creationId xmlns:a16="http://schemas.microsoft.com/office/drawing/2014/main" id="{21900076-2657-9165-B596-F3A8021357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" r="394"/>
          <a:stretch>
            <a:fillRect/>
          </a:stretch>
        </p:blipFill>
        <p:spPr>
          <a:xfrm>
            <a:off x="3813955" y="3657945"/>
            <a:ext cx="510022" cy="511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</p:pic>
      <p:pic>
        <p:nvPicPr>
          <p:cNvPr id="52" name="Picture Placeholder 45" descr="Checkbox Checked with solid fill">
            <a:extLst>
              <a:ext uri="{FF2B5EF4-FFF2-40B4-BE49-F238E27FC236}">
                <a16:creationId xmlns:a16="http://schemas.microsoft.com/office/drawing/2014/main" id="{6405411B-D8D2-39A0-0062-E3175D7604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" r="394"/>
          <a:stretch>
            <a:fillRect/>
          </a:stretch>
        </p:blipFill>
        <p:spPr>
          <a:xfrm>
            <a:off x="6756455" y="3657945"/>
            <a:ext cx="510022" cy="511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</p:pic>
      <p:pic>
        <p:nvPicPr>
          <p:cNvPr id="53" name="Picture Placeholder 45" descr="Checkbox Checked with solid fill">
            <a:extLst>
              <a:ext uri="{FF2B5EF4-FFF2-40B4-BE49-F238E27FC236}">
                <a16:creationId xmlns:a16="http://schemas.microsoft.com/office/drawing/2014/main" id="{F6310FBA-BA0F-C5E6-51B6-CD317D0B2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" r="394"/>
          <a:stretch>
            <a:fillRect/>
          </a:stretch>
        </p:blipFill>
        <p:spPr>
          <a:xfrm>
            <a:off x="9677935" y="3657945"/>
            <a:ext cx="510022" cy="511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E6A9BBD0-DB26-F257-B329-34552C62E2B4}"/>
              </a:ext>
            </a:extLst>
          </p:cNvPr>
          <p:cNvSpPr txBox="1"/>
          <p:nvPr/>
        </p:nvSpPr>
        <p:spPr>
          <a:xfrm>
            <a:off x="3549660" y="202412"/>
            <a:ext cx="8505595" cy="33855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Text" panose="020B050305020300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Your presentation should cover the following key topics, which will be assessed: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357247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81522BB3-06E4-4797-FE82-28871E37D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/>
              <a:t>Guidance for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Approvers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DEDD32-032F-CB6A-4706-901655EC0A0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34090" y="986318"/>
            <a:ext cx="3774852" cy="4286250"/>
          </a:xfrm>
        </p:spPr>
        <p:txBody>
          <a:bodyPr/>
          <a:lstStyle/>
          <a:p>
            <a:pPr marL="0" marR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400" dirty="0">
                <a:effectLst/>
                <a:latin typeface="IBM Plex Sans Text" panose="020B050305020300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Please judge the submission based on the Learner’s:</a:t>
            </a:r>
            <a:endParaRPr lang="en-US" sz="1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400" dirty="0">
                <a:latin typeface="IBM Plex Sans Text" panose="020B050305020300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Demonstration of deliverables or work products that support a generative </a:t>
            </a:r>
            <a:r>
              <a:rPr lang="en-US" sz="1400" dirty="0">
                <a:latin typeface="IBM Plex Sans"/>
                <a:ea typeface="Times New Roman" panose="02020603050405020304" pitchFamily="18" charset="0"/>
                <a:cs typeface="Times New Roman" panose="02020603050405020304" pitchFamily="18" charset="0"/>
              </a:rPr>
              <a:t>&amp; agentic </a:t>
            </a:r>
            <a:r>
              <a:rPr lang="en-US" sz="1400" dirty="0">
                <a:latin typeface="IBM Plex Sans Text" panose="020B050305020300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 solution</a:t>
            </a:r>
            <a:endParaRPr lang="en-US" sz="1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400" dirty="0">
                <a:effectLst/>
                <a:latin typeface="IBM Plex Sans Text" panose="020B050305020300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Experience requirements that ar</a:t>
            </a:r>
            <a:r>
              <a:rPr lang="en-US" sz="1400" dirty="0">
                <a:latin typeface="IBM Plex Sans Text" panose="020B050305020300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 specific to the Submitter’s role (e.g., Architect, Developer, etc.)</a:t>
            </a:r>
            <a:endParaRPr lang="en-US" sz="1400" dirty="0">
              <a:latin typeface="IBM Plex Sans Text" panose="020B0503050203000203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400" dirty="0">
                <a:latin typeface="IBM Plex Sans Text" panose="020B0503050203000203" pitchFamily="34" charset="0"/>
                <a:cs typeface="Times New Roman" panose="02020603050405020304" pitchFamily="18" charset="0"/>
              </a:rPr>
              <a:t>Inclusion of watsonx and/or Strategic Partner products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400" dirty="0">
                <a:latin typeface="IBM Plex Sans Text" panose="020B0503050203000203" pitchFamily="34" charset="0"/>
                <a:cs typeface="Times New Roman" panose="02020603050405020304" pitchFamily="18" charset="0"/>
              </a:rPr>
              <a:t>Use of IBM tools, techniques, methods, and/or best practices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400" dirty="0">
                <a:latin typeface="IBM Plex Sans Text" panose="020B0503050203000203" pitchFamily="34" charset="0"/>
                <a:cs typeface="Times New Roman" panose="02020603050405020304" pitchFamily="18" charset="0"/>
              </a:rPr>
              <a:t>Discussion of risks or ethical concerns, and how they were addressed</a:t>
            </a:r>
            <a:endParaRPr lang="en-US" sz="1400" dirty="0">
              <a:effectLst/>
              <a:latin typeface="IBM Plex Sans Text" panose="020B050305020300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B6BCD7-61EE-5E26-5E53-3874A2462F84}"/>
              </a:ext>
            </a:extLst>
          </p:cNvPr>
          <p:cNvSpPr txBox="1"/>
          <p:nvPr/>
        </p:nvSpPr>
        <p:spPr>
          <a:xfrm>
            <a:off x="208378" y="1226959"/>
            <a:ext cx="2837794" cy="4517262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Text" panose="020B050305020300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Please use the guidance provided to the Learner in the prior page to evaluate the video, confirming the Learner has met the required criteria. 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Text"/>
                <a:ea typeface="Times New Roman" panose="02020603050405020304" pitchFamily="18" charset="0"/>
                <a:cs typeface="Times New Roman"/>
              </a:rPr>
              <a:t>IMPORTANT: Please assess the submission using expectations you would have for an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A56EFF"/>
                </a:solidFill>
                <a:effectLst/>
                <a:uLnTx/>
                <a:uFillTx/>
                <a:latin typeface="IBM Plex Sans Text"/>
                <a:cs typeface="Times New Roman"/>
              </a:rPr>
              <a:t>Experienced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A56EFF"/>
                </a:solidFill>
                <a:effectLst/>
                <a:uLnTx/>
                <a:uFillTx/>
                <a:latin typeface="IBM Plex Sans Text"/>
                <a:ea typeface="Times New Roman" panose="02020603050405020304" pitchFamily="18" charset="0"/>
                <a:cs typeface="Times New Roman"/>
              </a:rPr>
              <a:t>Quality Engineer</a:t>
            </a:r>
            <a:r>
              <a:rPr lang="en-US" b="1" dirty="0">
                <a:solidFill>
                  <a:srgbClr val="A56EFF"/>
                </a:solidFill>
                <a:latin typeface="IBM Plex Sans Text"/>
                <a:ea typeface="Times New Roman" panose="02020603050405020304" pitchFamily="18" charset="0"/>
                <a:cs typeface="Times New Roman"/>
              </a:rPr>
              <a:t> 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Text"/>
                <a:ea typeface="Times New Roman" panose="02020603050405020304" pitchFamily="18" charset="0"/>
                <a:cs typeface="Times New Roman"/>
              </a:rPr>
              <a:t>role.</a:t>
            </a:r>
            <a:endParaRPr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Text"/>
              <a:ea typeface="Times New Roman" panose="02020603050405020304" pitchFamily="18" charset="0"/>
              <a:cs typeface="Times New Roman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5E7CD8-2077-3F01-155F-3362297E0C84}"/>
              </a:ext>
            </a:extLst>
          </p:cNvPr>
          <p:cNvSpPr txBox="1"/>
          <p:nvPr/>
        </p:nvSpPr>
        <p:spPr>
          <a:xfrm>
            <a:off x="4141868" y="313995"/>
            <a:ext cx="2298245" cy="91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0" marR="0" lvl="0" indent="0" algn="ctr" defTabSz="2438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  <a:sym typeface="IBM Plex Sans Light"/>
              </a:rPr>
              <a:t>Common Submission Requirements </a:t>
            </a:r>
          </a:p>
          <a:p>
            <a:pPr marL="0" marR="0" lvl="0" indent="0" algn="ctr" defTabSz="2438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  <a:sym typeface="IBM Plex Sans Light"/>
              </a:rPr>
              <a:t>(written application or video)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24B55E-EFD9-FB3C-0DC4-560BDB423807}"/>
              </a:ext>
            </a:extLst>
          </p:cNvPr>
          <p:cNvSpPr txBox="1"/>
          <p:nvPr/>
        </p:nvSpPr>
        <p:spPr>
          <a:xfrm>
            <a:off x="8504638" y="313995"/>
            <a:ext cx="2298245" cy="91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0" marR="0" lvl="0" indent="0" algn="ctr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  <a:sym typeface="IBM Plex Sans Light"/>
              </a:rPr>
              <a:t>Stand &amp; Deliver Rating System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6C9FD4D1-1089-4559-E57B-D44895D46D51}"/>
              </a:ext>
            </a:extLst>
          </p:cNvPr>
          <p:cNvSpPr txBox="1">
            <a:spLocks/>
          </p:cNvSpPr>
          <p:nvPr/>
        </p:nvSpPr>
        <p:spPr>
          <a:xfrm>
            <a:off x="7916720" y="631331"/>
            <a:ext cx="3923289" cy="4286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>
            <a:lvl1pPr marL="0" marR="0" indent="0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solidFill>
                  <a:schemeClr val="tx1"/>
                </a:solidFill>
                <a:uFillTx/>
                <a:latin typeface="IBM Plex Sans" panose="020B0503050203000203" pitchFamily="34" charset="0"/>
                <a:ea typeface="+mj-ea"/>
                <a:cs typeface="+mj-cs"/>
                <a:sym typeface="IBM Plex Sans Light"/>
              </a:defRPr>
            </a:lvl1pPr>
            <a:lvl2pPr marL="91422" marR="0" indent="-91422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000" b="0" i="0" u="none" strike="noStrike" cap="none" spc="0" baseline="0">
                <a:solidFill>
                  <a:schemeClr val="tx1"/>
                </a:solidFill>
                <a:uFillTx/>
                <a:latin typeface="IBM Plex Sans" panose="020B0503050203000203" pitchFamily="34" charset="0"/>
                <a:ea typeface="+mj-ea"/>
                <a:cs typeface="+mj-cs"/>
                <a:sym typeface="IBM Plex Sans Light"/>
              </a:defRPr>
            </a:lvl2pPr>
            <a:lvl3pPr marL="182843" marR="0" indent="-91422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000" b="0" i="0" u="none" strike="noStrike" cap="none" spc="0" baseline="0">
                <a:solidFill>
                  <a:schemeClr val="tx1"/>
                </a:solidFill>
                <a:uFillTx/>
                <a:latin typeface="IBM Plex Sans" panose="020B0503050203000203" pitchFamily="34" charset="0"/>
                <a:ea typeface="+mj-ea"/>
                <a:cs typeface="+mj-cs"/>
                <a:sym typeface="IBM Plex Sans Light"/>
              </a:defRPr>
            </a:lvl3pPr>
            <a:lvl4pPr marL="274265" marR="0" indent="-91422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000" b="0" i="0" u="none" strike="noStrike" cap="none" spc="0" baseline="0">
                <a:solidFill>
                  <a:schemeClr val="tx1"/>
                </a:solidFill>
                <a:uFillTx/>
                <a:latin typeface="IBM Plex Sans" panose="020B0503050203000203" pitchFamily="34" charset="0"/>
                <a:ea typeface="+mj-ea"/>
                <a:cs typeface="+mj-cs"/>
                <a:sym typeface="IBM Plex Sans Light"/>
              </a:defRPr>
            </a:lvl4pPr>
            <a:lvl5pPr marL="571386" marR="0" indent="-228554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000" b="0" i="0" u="none" strike="noStrike" cap="none" spc="0" baseline="0">
                <a:solidFill>
                  <a:schemeClr val="tx1"/>
                </a:solidFill>
                <a:uFillTx/>
                <a:latin typeface="IBM Plex Sans" panose="020B0503050203000203" pitchFamily="34" charset="0"/>
                <a:ea typeface="+mj-ea"/>
                <a:cs typeface="+mj-cs"/>
                <a:sym typeface="IBM Plex Sans Light"/>
              </a:defRPr>
            </a:lvl5pPr>
            <a:lvl6pPr marL="921346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595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843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5091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marL="0" marR="0" lvl="0" indent="0" algn="l" defTabSz="1218956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IBM Plex Sans Text" panose="020B0503050203000203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IBM Plex Sans Light"/>
              </a:rPr>
              <a:t>If applicants choose to use the Stand &amp; Deliver approach:</a:t>
            </a:r>
          </a:p>
          <a:p>
            <a:pPr marL="0" marR="0" lvl="0" indent="0" algn="l" defTabSz="1218956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Text" panose="020B0503050203000203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IBM Plex Sans Light"/>
              </a:rPr>
              <a:t>Applicants are expected to achieve an 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Text" panose="020B0503050203000203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IBM Plex Sans Light"/>
              </a:rPr>
              <a:t>average of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Text" panose="020B0503050203000203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IBM Plex Sans Light"/>
              </a:rPr>
              <a:t> 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Text" panose="020B0503050203000203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IBM Plex Sans Light"/>
              </a:rPr>
              <a:t>3 out of 5 stars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Text" panose="020B0503050203000203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IBM Plex Sans Light"/>
              </a:rPr>
              <a:t> on the Stand and Deliver rating system across the five areas.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Text" panose="020B0503050203000203" pitchFamily="34" charset="0"/>
              <a:ea typeface="+mj-ea"/>
              <a:cs typeface="Times New Roman" panose="02020603050405020304" pitchFamily="18" charset="0"/>
              <a:sym typeface="IBM Plex Sans Light"/>
            </a:endParaRPr>
          </a:p>
          <a:p>
            <a:pPr marL="0" marR="0" lvl="0" indent="0" algn="l" defTabSz="1218956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Text" panose="020B0503050203000203" pitchFamily="34" charset="0"/>
                <a:ea typeface="+mj-ea"/>
                <a:cs typeface="Times New Roman" panose="02020603050405020304" pitchFamily="18" charset="0"/>
                <a:sym typeface="IBM Plex Sans Light"/>
              </a:rPr>
              <a:t>Rating meters will be used to rate the Required Elements and the Supplemental Feedback.</a:t>
            </a:r>
          </a:p>
          <a:p>
            <a:pPr marL="0" marR="0" lvl="0" indent="0" algn="l" defTabSz="1218956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Text" panose="020B0503050203000203" pitchFamily="34" charset="0"/>
                <a:ea typeface="+mj-ea"/>
                <a:cs typeface="Times New Roman" panose="02020603050405020304" pitchFamily="18" charset="0"/>
                <a:sym typeface="IBM Plex Sans Light"/>
              </a:rPr>
              <a:t>The 5-star scale goes from 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Text" panose="020B0503050203000203" pitchFamily="34" charset="0"/>
                <a:ea typeface="+mj-ea"/>
                <a:cs typeface="Times New Roman" panose="02020603050405020304" pitchFamily="18" charset="0"/>
                <a:sym typeface="IBM Plex Sans Light"/>
              </a:rPr>
              <a:t>1 star (least) to 5 stars (best)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Text" panose="020B0503050203000203" pitchFamily="34" charset="0"/>
                <a:ea typeface="+mj-ea"/>
                <a:cs typeface="Times New Roman" panose="02020603050405020304" pitchFamily="18" charset="0"/>
                <a:sym typeface="IBM Plex Sans Light"/>
              </a:rPr>
              <a:t>.</a:t>
            </a:r>
          </a:p>
          <a:p>
            <a:pPr marL="91422" marR="0" lvl="1" indent="-91422" algn="l" defTabSz="1218956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System Font Regular"/>
              <a:buChar char="⭐️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Text" panose="020B0503050203000203" pitchFamily="34" charset="0"/>
                <a:ea typeface="+mj-ea"/>
                <a:cs typeface="Times New Roman" panose="02020603050405020304" pitchFamily="18" charset="0"/>
                <a:sym typeface="IBM Plex Sans Light"/>
              </a:rPr>
              <a:t> 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Text" panose="020B0503050203000203" pitchFamily="34" charset="0"/>
                <a:ea typeface="+mj-ea"/>
                <a:cs typeface="Times New Roman" panose="02020603050405020304" pitchFamily="18" charset="0"/>
                <a:sym typeface="IBM Plex Sans Light"/>
              </a:rPr>
              <a:t>1 star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Text" panose="020B0503050203000203" pitchFamily="34" charset="0"/>
                <a:ea typeface="+mj-ea"/>
                <a:cs typeface="Times New Roman" panose="02020603050405020304" pitchFamily="18" charset="0"/>
                <a:sym typeface="IBM Plex Sans Light"/>
              </a:rPr>
              <a:t>– The submission did not include the required content or meet expectations.</a:t>
            </a:r>
          </a:p>
          <a:p>
            <a:pPr marL="91422" marR="0" lvl="1" indent="-91422" algn="l" defTabSz="1218956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System Font Regular"/>
              <a:buChar char="⭐️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Text" panose="020B0503050203000203" pitchFamily="34" charset="0"/>
                <a:ea typeface="+mj-ea"/>
                <a:cs typeface="Times New Roman" panose="02020603050405020304" pitchFamily="18" charset="0"/>
                <a:sym typeface="IBM Plex Sans Light"/>
              </a:rPr>
              <a:t> 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Text" panose="020B0503050203000203" pitchFamily="34" charset="0"/>
                <a:ea typeface="+mj-ea"/>
                <a:cs typeface="Times New Roman" panose="02020603050405020304" pitchFamily="18" charset="0"/>
                <a:sym typeface="IBM Plex Sans Light"/>
              </a:rPr>
              <a:t>2 stars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Text" panose="020B0503050203000203" pitchFamily="34" charset="0"/>
                <a:ea typeface="+mj-ea"/>
                <a:cs typeface="Times New Roman" panose="02020603050405020304" pitchFamily="18" charset="0"/>
                <a:sym typeface="IBM Plex Sans Light"/>
              </a:rPr>
              <a:t>– The submission includes some of the required content, and/or was below expectations.</a:t>
            </a:r>
          </a:p>
          <a:p>
            <a:pPr marL="91422" marR="0" lvl="1" indent="-91422" algn="l" defTabSz="1218956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System Font Regular"/>
              <a:buChar char="⭐️"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Text" panose="020B0503050203000203" pitchFamily="34" charset="0"/>
                <a:ea typeface="+mj-ea"/>
                <a:cs typeface="Times New Roman" panose="02020603050405020304" pitchFamily="18" charset="0"/>
                <a:sym typeface="IBM Plex Sans Light"/>
              </a:rPr>
              <a:t>3 stars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Text" panose="020B0503050203000203" pitchFamily="34" charset="0"/>
                <a:ea typeface="+mj-ea"/>
                <a:cs typeface="Times New Roman" panose="02020603050405020304" pitchFamily="18" charset="0"/>
                <a:sym typeface="IBM Plex Sans Light"/>
              </a:rPr>
              <a:t>– The submission included a moderate amount of the required content and met expectations.</a:t>
            </a:r>
          </a:p>
          <a:p>
            <a:pPr marL="91422" marR="0" lvl="1" indent="-91422" algn="l" defTabSz="1218956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System Font Regular"/>
              <a:buChar char="⭐️"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Text" panose="020B0503050203000203" pitchFamily="34" charset="0"/>
                <a:ea typeface="+mj-ea"/>
                <a:cs typeface="Times New Roman" panose="02020603050405020304" pitchFamily="18" charset="0"/>
                <a:sym typeface="IBM Plex Sans Light"/>
              </a:rPr>
              <a:t>4 stars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Text" panose="020B0503050203000203" pitchFamily="34" charset="0"/>
                <a:ea typeface="+mj-ea"/>
                <a:cs typeface="Times New Roman" panose="02020603050405020304" pitchFamily="18" charset="0"/>
                <a:sym typeface="IBM Plex Sans Light"/>
              </a:rPr>
              <a:t>– The submission included a high level the required content and exceeded expectations.</a:t>
            </a:r>
          </a:p>
          <a:p>
            <a:pPr marL="91422" marR="0" lvl="1" indent="-91422" algn="l" defTabSz="1218956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System Font Regular"/>
              <a:buChar char="⭐️"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Text" panose="020B0503050203000203" pitchFamily="34" charset="0"/>
                <a:ea typeface="+mj-ea"/>
                <a:cs typeface="Times New Roman" panose="02020603050405020304" pitchFamily="18" charset="0"/>
                <a:sym typeface="IBM Plex Sans Light"/>
              </a:rPr>
              <a:t>5 stars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Text" panose="020B0503050203000203" pitchFamily="34" charset="0"/>
                <a:ea typeface="+mj-ea"/>
                <a:cs typeface="Times New Roman" panose="02020603050405020304" pitchFamily="18" charset="0"/>
                <a:sym typeface="IBM Plex Sans Light"/>
              </a:rPr>
              <a:t>– The submission included an exceptional amount of the required content and far exceeded standards.</a:t>
            </a:r>
          </a:p>
          <a:p>
            <a:pPr marL="0" marR="0" lvl="0" indent="0" algn="l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 panose="020B0503050203000203" pitchFamily="34" charset="0"/>
              <a:ea typeface="+mj-ea"/>
              <a:cs typeface="+mj-cs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4178281292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presentation_template_v_1_4_Plex" id="{CD0C5817-EB6A-6C46-8403-24AD582CFD03}" vid="{BF9B21BA-71C2-5045-909D-55899A1DBA68}"/>
    </a:ext>
  </a:extLst>
</a:theme>
</file>

<file path=ppt/theme/theme2.xml><?xml version="1.0" encoding="utf-8"?>
<a:theme xmlns:a="http://schemas.openxmlformats.org/drawingml/2006/main" name="4_Light Background">
  <a:themeElements>
    <a:clrScheme name="IBM Services Palette Final">
      <a:dk1>
        <a:srgbClr val="000000"/>
      </a:dk1>
      <a:lt1>
        <a:srgbClr val="051243"/>
      </a:lt1>
      <a:dk2>
        <a:srgbClr val="F3F3F3"/>
      </a:dk2>
      <a:lt2>
        <a:srgbClr val="FFFFFF"/>
      </a:lt2>
      <a:accent1>
        <a:srgbClr val="6EA6FF"/>
      </a:accent1>
      <a:accent2>
        <a:srgbClr val="0F6DFF"/>
      </a:accent2>
      <a:accent3>
        <a:srgbClr val="0530AD"/>
      </a:accent3>
      <a:accent4>
        <a:srgbClr val="00BAB6"/>
      </a:accent4>
      <a:accent5>
        <a:srgbClr val="924CFC"/>
      </a:accent5>
      <a:accent6>
        <a:srgbClr val="D7306D"/>
      </a:accent6>
      <a:hlink>
        <a:srgbClr val="0F6DFF"/>
      </a:hlink>
      <a:folHlink>
        <a:srgbClr val="E0E0E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2000" dirty="0">
            <a:latin typeface="IBM Plex Sans" panose="020B0503050000000000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91440" tIns="45720" rIns="91440" bIns="45720" rtlCol="0">
        <a:noAutofit/>
      </a:bodyPr>
      <a:lstStyle>
        <a:defPPr>
          <a:lnSpc>
            <a:spcPct val="105000"/>
          </a:lnSpc>
          <a:spcBef>
            <a:spcPts val="1000"/>
          </a:spcBef>
          <a:defRPr sz="2000" dirty="0" err="1" smtClean="0">
            <a:solidFill>
              <a:schemeClr val="tx1"/>
            </a:solidFill>
            <a:latin typeface="IBM Plex Sans" charset="0"/>
            <a:ea typeface="IBM Plex Sans" charset="0"/>
            <a:cs typeface="IBM Plex Sans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presentation_template_v_1_4_Plex" id="{CD0C5817-EB6A-6C46-8403-24AD582CFD03}" vid="{BF9B21BA-71C2-5045-909D-55899A1DBA68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12298</TotalTime>
  <Words>1026</Words>
  <Application>Microsoft Office PowerPoint</Application>
  <PresentationFormat>Widescreen</PresentationFormat>
  <Paragraphs>63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8" baseType="lpstr">
      <vt:lpstr>Aptos</vt:lpstr>
      <vt:lpstr>Arial</vt:lpstr>
      <vt:lpstr>Arial Regular</vt:lpstr>
      <vt:lpstr>Calibri</vt:lpstr>
      <vt:lpstr>IBM Plex Sans</vt:lpstr>
      <vt:lpstr>IBM Plex Sans ExtLt</vt:lpstr>
      <vt:lpstr>IBM Plex Sans Light</vt:lpstr>
      <vt:lpstr>IBM Plex Sans Text</vt:lpstr>
      <vt:lpstr>System Font Regular</vt:lpstr>
      <vt:lpstr>Wingdings</vt:lpstr>
      <vt:lpstr>IBM presentation template</vt:lpstr>
      <vt:lpstr>4_Light Background</vt:lpstr>
      <vt:lpstr>1_IBM presentation template</vt:lpstr>
      <vt:lpstr>IBM Consulting Generative &amp; Agentic AI SRE/DevOps Engineer – Experienced Level  Stand and Deliver or Written Application Guidance</vt:lpstr>
      <vt:lpstr>IBM Consulting Generative &amp; Agentic AI Experienced Level SRE/DevOps Engineer</vt:lpstr>
      <vt:lpstr>Options to Demonstrate Expertise &amp; Eminence</vt:lpstr>
      <vt:lpstr>PowerPoint Presentation</vt:lpstr>
      <vt:lpstr>Guidance for Approvers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IBM Consulting Generative AI Business Development Course  Stand and Deliver Guidance</dc:title>
  <dc:creator>Jonathan P Bales</dc:creator>
  <cp:lastModifiedBy>Sunit Kumar</cp:lastModifiedBy>
  <cp:revision>88</cp:revision>
  <dcterms:created xsi:type="dcterms:W3CDTF">2024-01-17T20:33:21Z</dcterms:created>
  <dcterms:modified xsi:type="dcterms:W3CDTF">2025-12-12T08:49:35Z</dcterms:modified>
</cp:coreProperties>
</file>