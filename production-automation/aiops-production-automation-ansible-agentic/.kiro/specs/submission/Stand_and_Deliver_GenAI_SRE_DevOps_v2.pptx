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D6C"/>
            </a:gs>
            <a:gs pos="100000">
              <a:srgbClr val="0043C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286000" cy="2286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BM Plex Sans"/>
              </a:defRPr>
            </a:pPr>
            <a:r>
              <a:rPr dirty="0"/>
              <a:t>AIOps Self-Healing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IBM Consulting — Generative &amp; Agentic AI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SRE/DevOps Engineer | Experienced Level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Ravindra Yadav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2743200" cy="50800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① Business Problem &amp; Client Need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② IBM Generative &amp; Agentic AI Offering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③ Amazon Bedrock — AI Agent Implementation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④ Solution Architecture &amp; Key Work Products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⑤ Delivery Approach (IBM Garage, IaC, CI/CD)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⑥ Risks &amp; IBM Trustworthy AI Principles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⑦ Live Demo: Rule Mode &amp; AI Agent Mode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⑧ Summary &amp;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The Challenge: Alert Fatigue &amp; Slow MTTR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⚠️  SRE teams receive hundreds of alerts daily — most require manual triage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⏱️  Mean Time to Resolution: 15–30+ minutes before operator even starts troubleshooting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🔄  Inconsistent remediation: different operators apply different fixes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📈  Infrastructure scales faster than headcount — need intelligent automation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Our Solution: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AI-powered platform that detects, diagnoses, and remediates autonomously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Two modes: Rule-based (known issues) + AI Agent (novel incidents)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Human-in-the-loop approval for safety-critical actions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Target: Reduce MTTR from 30 min → under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Two Operating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032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4A148"/>
                </a:solidFill>
              </a:defRPr>
            </a:pPr>
            <a:r>
              <a:t>✅ Rule Mode (Playbook Found)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Alert matches known pattern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Playbook selected from YAML rules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Email with RCA + Approve button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One click → Ansible executes fix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Full audit trail recorded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4846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032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62FE"/>
                </a:solidFill>
              </a:defRPr>
            </a:pPr>
            <a:r>
              <a:t>🤖 AI Agent Mode (No Playbook)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Novel alert, no playbook match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Bedrock AI analyzes with history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Generates confidence-scored plan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Email with AI suggestions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Operator applies steps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IBM Offering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IBM Generative &amp; Agentic AI Offering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🏢  AIOps for IT Operations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Automated incident detection, correlation, and resolution using AI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🧠  Generative AI for SRE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LLMs generate root cause analyses &amp; remediation recommendations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🤖  Agentic AI Patterns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Autonomous agents with memory, reasoning, and structured output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Confidence scoring and escalation logic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📐  IBM Consulting 'Client First...with a Point of View'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Transforms reactive operations → proactive,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Amazon Bedrock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Amazon Bedrock — 4-Model Fallback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🥇  Primary: Anthropic Claude 3 Sonnet — Complex root cause analysis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🥈  Secondary: Amazon Nova Pro — Cost-effective reasoning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🥉  Tertiary: Anthropic Claude 3 Haiku — Lightweight classification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🏅  Final: Amazon Nova Lite — Last resort before rule-based fallback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Agent Capabilities: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Memory — Retrieves 50 historical incidents from DynamoDB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Reasoning — Structured prompts with context + excluded failed actions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Output — JSON </a:t>
            </a:r>
            <a:r>
              <a:rPr dirty="0" err="1"/>
              <a:t>RemediationPlan</a:t>
            </a:r>
            <a:r>
              <a:rPr dirty="0"/>
              <a:t> with confidence scores (0.0–1.0)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rPr dirty="0"/>
              <a:t>Escalation — P1 requires 80% confidence, others require 70</a:t>
            </a:r>
            <a:r>
              <a:rPr lang="en-IN" dirty="0"/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Code: Multi-Model Fallback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D5358"/>
                </a:solidFill>
              </a:defRPr>
            </a:pPr>
            <a:r>
              <a:t>AIReasoningAgent._invoke_with_retry() — Tries each model with retry and timeout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14300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>
              <a:defRPr sz="1200">
                <a:solidFill>
                  <a:srgbClr val="CDD6F4"/>
                </a:solidFill>
                <a:latin typeface="Consolas"/>
              </a:defRPr>
            </a:pPr>
            <a:r>
              <a:t>models_to_try = [self._config.model_id] + [</a:t>
            </a:r>
            <a:br/>
            <a:r>
              <a:t>    m for m in self._config.FALLBACK_MODELS</a:t>
            </a:r>
            <a:br/>
            <a:r>
              <a:t>    if m != self._config.model_id</a:t>
            </a:r>
            <a:br/>
            <a:r>
              <a:t>]</a:t>
            </a:r>
            <a:br/>
            <a:br/>
            <a:r>
              <a:t>for model_id in models_to_try:</a:t>
            </a:r>
            <a:br/>
            <a:r>
              <a:t>    backoff = INITIAL_BACKOFF_SECONDS</a:t>
            </a:r>
            <a:br/>
            <a:r>
              <a:t>    for attempt in range(MAX_RETRIES + 1):</a:t>
            </a:r>
            <a:br/>
            <a:r>
              <a:t>        try:</a:t>
            </a:r>
            <a:br/>
            <a:r>
              <a:t>            result = await asyncio.wait_for(</a:t>
            </a:r>
            <a:br/>
            <a:r>
              <a:t>                self._invoke_model(prompt, model_id=model_id),</a:t>
            </a:r>
            <a:br/>
            <a:r>
              <a:t>                timeout=REASONING_TIMEOUT_SECONDS,  # 30s</a:t>
            </a:r>
            <a:br/>
            <a:r>
              <a:t>            )</a:t>
            </a:r>
            <a:br/>
            <a:r>
              <a:t>            return result  # Success!</a:t>
            </a:r>
            <a:br/>
            <a:r>
              <a:t>        except ClientError as e:</a:t>
            </a:r>
            <a:br/>
            <a:r>
              <a:t>            if error_code in ('AccessDeniedException',</a:t>
            </a:r>
            <a:br/>
            <a:r>
              <a:t>                              'ResourceNotFoundException'):</a:t>
            </a:r>
            <a:br/>
            <a:r>
              <a:t>                break  # Try next model</a:t>
            </a:r>
            <a:br/>
            <a:r>
              <a:t>            elif 'Throttl' in error_code:</a:t>
            </a:r>
            <a:br/>
            <a:r>
              <a:t>                await asyncio.sleep(backoff)</a:t>
            </a:r>
            <a:br/>
            <a:r>
              <a:t>                backoff *= 2</a:t>
            </a:r>
            <a:br/>
            <a:br/>
            <a:r>
              <a:t>raise TimeoutError('All models exhausted')  # → Rule-based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Code: Prompt Engineering with Historical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D5358"/>
                </a:solidFill>
              </a:defRPr>
            </a:pPr>
            <a:r>
              <a:t>Structured prompt injects incident history and excludes always-failed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14300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>
              <a:defRPr sz="1200">
                <a:solidFill>
                  <a:srgbClr val="CDD6F4"/>
                </a:solidFill>
                <a:latin typeface="Consolas"/>
              </a:defRPr>
            </a:pPr>
            <a:r>
              <a:t>prompt = f"""You are an AI remediation agent.</a:t>
            </a:r>
            <a:br/>
            <a:br/>
            <a:r>
              <a:t>ALERT CONTEXT:</a:t>
            </a:r>
            <a:br/>
            <a:r>
              <a:t>- Alert Name: {alert_name}</a:t>
            </a:r>
            <a:br/>
            <a:r>
              <a:t>- Severity: {severity}</a:t>
            </a:r>
            <a:br/>
            <a:r>
              <a:t>- Service: {service_name}</a:t>
            </a:r>
            <a:br/>
            <a:r>
              <a:t>- Target Resource: {target_resource}</a:t>
            </a:r>
            <a:br/>
            <a:r>
              <a:t>- Labels: {json.dumps(labels)}</a:t>
            </a:r>
            <a:br/>
            <a:br/>
            <a:r>
              <a:t>HISTORICAL CONTEXT ({included} incidents,</a:t>
            </a:r>
            <a:br/>
            <a:r>
              <a:t>  {success_count} successes, {failure_count} failures):</a:t>
            </a:r>
            <a:br/>
            <a:r>
              <a:t>{history_text}</a:t>
            </a:r>
            <a:br/>
            <a:br/>
            <a:r>
              <a:t>EXCLUDED ACTIONS (all past attempts failed):</a:t>
            </a:r>
            <a:br/>
            <a:r>
              <a:t>  {', '.join(excluded_actions)}</a:t>
            </a:r>
            <a:br/>
            <a:br/>
            <a:r>
              <a:t>Respond with JSON:</a:t>
            </a:r>
            <a:br/>
            <a:r>
              <a:t>{{'action': '...', 'confidence': 0.0-1.0,</a:t>
            </a:r>
            <a:br/>
            <a:r>
              <a:t>  'reasoning': '...', 'steps': [...]}}"""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Solution &amp; Work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Key Deliverables (10 Work Products)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① AI Reasoning Agent — Bedrock, 4-model fallback, confidence scoring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② 7-Layer Guardrail Engine — Safety checks with short-circuit logic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③ Self-Healing Pipeline — 5-stage orchestrator, 50 concurrent pipelines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④ Email Approval System — SES, HTML RCA, token-based approval links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⑤ Concurrency Safety — Host locking, </a:t>
            </a:r>
            <a:r>
              <a:rPr dirty="0" err="1"/>
              <a:t>dedup</a:t>
            </a:r>
            <a:r>
              <a:rPr dirty="0"/>
              <a:t>, circuit breaker, priority queue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⑥ Infrastructure as Code — 6 AWS CDK stacks in Python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⑦ CI/CD Pipeline — GitHub Actions: lint → test → synth → scan → deploy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⑧ Operational Runbooks — 8 guides (DR, rollback, scale, incident response)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⑨ Ansible Playbooks — </a:t>
            </a:r>
            <a:r>
              <a:rPr dirty="0" err="1"/>
              <a:t>fix_high_cpu</a:t>
            </a:r>
            <a:r>
              <a:rPr dirty="0"/>
              <a:t>, </a:t>
            </a:r>
            <a:r>
              <a:rPr dirty="0" err="1"/>
              <a:t>restart_service</a:t>
            </a:r>
            <a:r>
              <a:rPr dirty="0"/>
              <a:t>, </a:t>
            </a:r>
            <a:r>
              <a:rPr dirty="0" err="1"/>
              <a:t>clear_disk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rPr dirty="0"/>
              <a:t>⑩ Test Suite — Unit, Property (Hypothesis), Integration, CDK,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Code: 7-Layer Guardrail Safety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D5358"/>
                </a:solidFill>
              </a:defRPr>
            </a:pPr>
            <a:r>
              <a:t>Sequential checks with short-circuit semantics — 15-second overall timeout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14300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203200" rIns="254000" rtlCol="0" anchor="ctr"/>
          <a:lstStyle/>
          <a:p>
            <a:pPr algn="ctr">
              <a:defRPr sz="1200">
                <a:solidFill>
                  <a:srgbClr val="CDD6F4"/>
                </a:solidFill>
                <a:latin typeface="Consolas"/>
              </a:defRPr>
            </a:pPr>
            <a:r>
              <a:t>class GuardrailEngine:</a:t>
            </a:r>
            <a:br/>
            <a:r>
              <a:t>    """Evaluation order:</a:t>
            </a:r>
            <a:br/>
            <a:r>
              <a:t>    1. Self-Protection    5. Blast Radius Classifier</a:t>
            </a:r>
            <a:br/>
            <a:r>
              <a:t>    2. Maintenance Window 6. Health Checker</a:t>
            </a:r>
            <a:br/>
            <a:r>
              <a:t>    3. Circuit Breaker    7. Approval Gate</a:t>
            </a:r>
            <a:br/>
            <a:r>
              <a:t>    4. Concurrency Guard</a:t>
            </a:r>
            <a:br/>
            <a:r>
              <a:t>    """</a:t>
            </a:r>
            <a:br/>
            <a:br/>
            <a:r>
              <a:t>    async def evaluate(self, action: RemediationAction):</a:t>
            </a:r>
            <a:br/>
            <a:r>
              <a:t>        try:</a:t>
            </a:r>
            <a:br/>
            <a:r>
              <a:t>            result = await asyncio.wait_for(</a:t>
            </a:r>
            <a:br/>
            <a:r>
              <a:t>                self._run_checks(action, checks_passed),</a:t>
            </a:r>
            <a:br/>
            <a:r>
              <a:t>                timeout=15  # DENY on timeout</a:t>
            </a:r>
            <a:br/>
            <a:r>
              <a:t>            )</a:t>
            </a:r>
            <a:br/>
            <a:r>
              <a:t>        except asyncio.TimeoutError:</a:t>
            </a:r>
            <a:br/>
            <a:r>
              <a:t>            return GuardrailDecision(type=DENY,</a:t>
            </a:r>
            <a:br/>
            <a:r>
              <a:t>                reason='Timed out after 15 seconds')</a:t>
            </a:r>
            <a:br/>
            <a:br/>
            <a:r>
              <a:t>    async def _run_checks(self, action, passed):</a:t>
            </a:r>
            <a:br/>
            <a:r>
              <a:t>        for check in self._checks:</a:t>
            </a:r>
            <a:br/>
            <a:r>
              <a:t>            result = await check.check(action)</a:t>
            </a:r>
            <a:br/>
            <a:r>
              <a:t>            if result != ALLOW:</a:t>
            </a:r>
            <a:br/>
            <a:r>
              <a:t>                return result  # Short-circuit!</a:t>
            </a:r>
            <a:br/>
            <a:r>
              <a:t>            passed.append(check.name)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IBM Garage Methodology — Iterative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1:  Core Pipeline — normalize → enrich → match → execute → notify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2:  AI Reasoning Agent — Bedrock integration, prompt engineering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3:  Guardrail Safety Engine — 7 layers, short-circuit, timeout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4:  Concurrency &amp; Observability — Locking, metrics, dashboards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5:  CI/CD &amp; Infrastructure — CDK stacks, GitHub Actions, ECR scan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Sprint 6:  Runbooks &amp; Documentation — 8 operational guides, demo scripts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Key Architecture Decisions: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Email over Slack — Universal access, no third-party dependency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SSM over SSH — No key management, works with private subnets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CloudWatch-native — Reduced complexity vs. external Prometheus</a:t>
            </a:r>
          </a:p>
          <a:p>
            <a:pPr lvl="1">
              <a:spcAft>
                <a:spcPts val="600"/>
              </a:spcAft>
              <a:defRPr sz="1500">
                <a:solidFill>
                  <a:srgbClr val="4D5358"/>
                </a:solidFill>
              </a:defRPr>
            </a:pPr>
            <a:r>
              <a:t>Twelve-Factor App — Env vars, stateless Fargate, explicit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Risks &amp; Trustworthy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Risks &amp; IBM Trustworthy AI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032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4A148"/>
                </a:solidFill>
              </a:defRPr>
            </a:pPr>
            <a:r>
              <a:t>⚠️ Risks Addressed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AI hallucination → Confidence thresholds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Blast radius → 7-layer guardrails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Cascading failures → Circuit breaker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Model unavailability → 4-model fallback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Unauthorized execution → Token expiry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Bias → Exclude always-failed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4846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032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62FE"/>
                </a:solidFill>
              </a:defRPr>
            </a:pPr>
            <a:r>
              <a:t>🛡️ Trustworthy AI Applied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Transparency: Full audit trail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Explainability: Reasoning in emails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Robustness: Graceful degradation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Governance: Human approval gate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Safety: 'Do nothing' on failure</a:t>
            </a:r>
          </a:p>
          <a:p>
            <a:pPr>
              <a:spcAft>
                <a:spcPts val="600"/>
              </a:spcAft>
              <a:defRPr sz="1400">
                <a:solidFill>
                  <a:srgbClr val="21272A"/>
                </a:solidFill>
              </a:defRPr>
            </a:pPr>
            <a:r>
              <a:t>• Privacy: No PII, encrypted at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3CE"/>
            </a:gs>
            <a:gs pos="100000">
              <a:srgbClr val="001D6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8A9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Demo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Rule Mode — CloudWatch Alarm Triggered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rPr dirty="0"/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rPr dirty="0"/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rPr dirty="0"/>
              <a:t>(CloudWatch CPU alarm fires on target EC2 (stress-ng → CPU &gt; 80%))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20/20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4C1AE-70B5-2DEE-FF50-BA1DC2A2F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645920"/>
            <a:ext cx="9584561" cy="42336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Rule Mode — Approval Email Received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t>(HTML email with RCA, severity badge, and 'Approve Auto-Remediation' button)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21/20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Rule Mode — Remediation Executed Successfully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t>(After clicking Approve: Ansible playbook executed via SSM, CPU normalized)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22/20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AI Agent Mode — Novel Alert (No Playbook)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t>(NetworkLatencyHigh alert triggered — no matching playbook in 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23/20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AI Agent Mode — AI-Generated Analysis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t>(Bedrock-generated root cause analysis with confidence score and suggested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24/20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72A"/>
                </a:solidFill>
                <a:latin typeface="IBM Plex Sans"/>
              </a:defRPr>
            </a:pPr>
            <a:r>
              <a:t>CloudWatch Dashboard — Operational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A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📷</a:t>
            </a:r>
          </a:p>
          <a:p>
            <a:pPr algn="ctr">
              <a:defRPr sz="1800">
                <a:solidFill>
                  <a:srgbClr val="697077"/>
                </a:solidFill>
              </a:defRPr>
            </a:pPr>
            <a:r>
              <a:t>INSERT SCREENSHOT HERE</a:t>
            </a:r>
          </a:p>
          <a:p>
            <a:pPr algn="ctr">
              <a:defRPr sz="1300" i="1">
                <a:solidFill>
                  <a:srgbClr val="697077"/>
                </a:solidFill>
              </a:defRPr>
            </a:pPr>
            <a:r>
              <a:t>(Remediation success rate, AI reasoning latency (p50/p95/p99), queue depth)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25/20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72A"/>
                </a:solidFill>
                <a:latin typeface="IBM Plex Sans"/>
              </a:defRPr>
            </a:pPr>
            <a:r>
              <a:t>Summary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81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✅  Built end-to-end Generative &amp; Agentic AI platform for SRE/DevOps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🧠  Amazon Bedrock (Claude + Nova) for intelligent root cause analysis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🛡️  7-layer guardrail safety engine for Trustworthy AI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👤  Human-in-the-loop approval via email for HIGH/CRITICAL actions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☁️  Production-grade: 6 CDK stacks, CI/CD, observability, 8 runbooks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📊  Impact: MTTR reduced from 30+ min to &lt; 5 min (with approval)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🏭  Delivered using IBM Garage Methodology</a:t>
            </a:r>
          </a:p>
          <a:p>
            <a:pPr>
              <a:spcAft>
                <a:spcPts val="1000"/>
              </a:spcAft>
              <a:defRPr sz="1700">
                <a:solidFill>
                  <a:srgbClr val="21272A"/>
                </a:solidFill>
              </a:defRPr>
            </a:pPr>
            <a:r>
              <a:t>🤝  IBM Trustworthy AI principles embedded throughout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7"/>
                </a:solidFill>
              </a:defRPr>
            </a:pPr>
            <a:r>
              <a:t>Ravindra Yadav | IBM Consulting | AIOps Self-Healing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26/20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D6C"/>
            </a:gs>
            <a:gs pos="100000">
              <a:srgbClr val="0043C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286000" cy="2286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BM Plex Sa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Ravindra Yadav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SRE/DevOps Engineer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IBM Consulting</a:t>
            </a:r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D0E2FF"/>
                </a:solidFill>
                <a:latin typeface="IBM Plex Sans"/>
              </a:defRPr>
            </a:pPr>
            <a: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2743200" cy="50800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27/20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1832</Words>
  <Application>Microsoft Office PowerPoint</Application>
  <PresentationFormat>Widescreen</PresentationFormat>
  <Paragraphs>212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Yadav</cp:lastModifiedBy>
  <cp:revision>2</cp:revision>
  <dcterms:created xsi:type="dcterms:W3CDTF">2013-01-27T09:14:16Z</dcterms:created>
  <dcterms:modified xsi:type="dcterms:W3CDTF">2026-08-02T11:10:15Z</dcterms:modified>
  <cp:category/>
</cp:coreProperties>
</file>