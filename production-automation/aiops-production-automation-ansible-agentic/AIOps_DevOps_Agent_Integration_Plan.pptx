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AIOps Self-Healing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96D6"/>
                </a:solidFill>
              </a:defRPr>
            </a:pPr>
            <a:r>
              <a:t>Phase 2 Roadmap: AWS DevOps Agent Integration</a:t>
            </a:r>
            <a:br/>
            <a:br/>
            <a:r>
              <a:t>Autonomous Incident Investigation for Novel/Complex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Current State — Production-Ready Self-Healing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Rule Mode: Known alerts → matched playbook → email approval → auto-remediation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AI Agent Mode: Unknown alerts → Bedrock reasoning → advisory email (manual fix)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7-layer guardrail engine with fleet-wide circuit breaker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Cost-optimized model routing (Nova Lite / Nova Pro / Claude Sonnet)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Storm detection, alert inhibition, concurrency control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Full CI/CD with CDK IaC (6 stacks), health gates, auto-rollback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GAP: AI Agent Mode sends advisory emails — no autonomous investigation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GAP: No cross-signal correlation (code deploys, logs, topology)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GAP: No self-improving investigation skills (only success/fail tracking)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AWS DevOps Agent? — Closing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AWS DevOps Agent (GA March 2026) — AI-powered autonomous operations agent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What it adds that we DON'T have today: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Autonomous multi-signal investigation (metrics + logs + deploys + code)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Auto-discovery topology (replaces static asset_inventory.yml)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Learned investigation skills (gets smarter from past investigations)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Proactive incident prevention (pattern analysis → improvement recommendations)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Cross-account visibility (dev/staging/prod in one view)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MCP extensibility (Datadog, Splunk, PagerDuty, custom tools)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What we KEEP (our existing strengths):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Rule-based fast path (sub-second matching for known issues)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7-layer guardrail engine + fleet circuit breaker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Ansible/SSM execution with approval workflow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Cost-optimized model routing for Bedrock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Integration Strategy: Option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Option B — DevOps Agent as 'Second Opinion'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D6"/>
                </a:solidFill>
              </a:defRPr>
            </a:pPr>
            <a:r>
              <a:t>Existing Pipeline (Unchanged)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Alert → Pipeline → PlaybookMapper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Match found → Approval email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Operator approves → Ansible executes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Guardrails + baking validation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Feedback loop → DynamoDB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Zero changes to rule-based path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Keeps MTTR &lt; 3 min for known issues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Preserves all safety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New: DevOps Agent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No playbook match → trigger DevOps Agent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Agent investigates autonomously: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- Correlates CloudWatch + logs + deploys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- Maps topology + dependencies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- Generates RCA + mitigation plan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Result sent as enriched advisory email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Future: Agent executes via our MCP tools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Handles the 30% of alerts that currently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get generic 'manual investigation' emails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Integrated Architecture — Dual-Path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Alert Ingestion (unchanged):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CloudWatch → SNS → Lambda → POST /webhook → ECS Pipeline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Path A — Known Alerts (Rule Mode, unchanged):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PlaybookMapper match → Guardrails → Approval → Ansible → SSM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Path B — Novel Alerts (DevOps Agent, NEW):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No playbook match → Trigger DevOps Agent investigation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Agent Space correlates: CloudWatch metrics + logs + recent deploys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Agent builds topology-aware RCA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Returns: root cause + confidence + mitigation steps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Our system: Sends enriched advisory email with Agent findings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Path C — Future (DevOps Agent + Auto-Execute):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Agent calls our execution tools via MCP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Still passes through our guardrail engine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Human approval required for high-risk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DevOps Agent Features — What We Leverage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1: Autonomous Incident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Current: AIReasoningAgent builds a prompt → invokes single Bedrock model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DevOps Agent: Multi-step autonomous investigation across multiple signals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Investigation capabilities: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Correlates CloudWatch metrics with recent code deployments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Searches CloudWatch Logs for error patterns around alert time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Identifies recent infrastructure changes (scaling events, config updates)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Maps blast radius using auto-discovered topology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Generates structured RCA with confidence scoring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Example: CPU spike alert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Current: 'CPU high on host X, consider killing top process'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Agent: 'CPU spike started 2 min after deploy #847 which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    added a recursive loop in payment-service/checkout.py:142'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2: Auto-Discovery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Current: Static config/asset_inventory.yml (manually maintained)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DevOps Agent: Live auto-discovery of all resources + relationships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What topology provides: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System view: services, databases, queues, load balancers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Container view: ECS tasks, pods, containers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Resource view: individual EC2 instances, Lambda functions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Dependency mapping: 'service A calls service B via this ALB'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Cross-account: dev/staging/prod in one topology graph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Impact on our system: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Replaces Enricher + AssetInventory static lookup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BlastRadiusClassifier gets real dependency data (not static YAML)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Alert correlation becomes topology-aware (not just label matching)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No more stale inventory — topology updates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3: Learned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Current: EffectivenessScorer tracks success/failure rates per playbook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DevOps Agent: Learns HOW to investigate, not just what succeeded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Built-in learned skills: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Agent Space Understanding — knows your architecture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Understanding Code Dependencies — maps code to infra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Understanding Pipeline Topology — deployment awareness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Tool Use Best Practices — learns which tools help for which alerts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Custom learned skill (from our incident history):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Learns investigation patterns from past DevOps Agent investigations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Encodes: 'For HighCPU alerts on payment-service, always check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    recent deploys first, then connection pool exhaustion'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Gets smarter over time without code changes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Complements our ModelRouter — Agent learns WHEN to investigate deeply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4: Proactive Incident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Current: Purely reactive — process alerts AFTER they fire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DevOps Agent: Analyzes patterns to PREVENT future incidents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Prevention categories: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Observability gaps: 'Service X has no alarm for error rate'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Infrastructure risks: 'Host Y has hit 80% disk 3 times this month'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Deployment risks: 'Last 3 deploys to service Z caused alerts'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Resilience improvements: 'Add retry logic to database connections'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How it integrates with our system: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Surfaces recommendations in Ops Backlog (DevOps Agent web app)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We can auto-create CloudWatch alarms for identified gaps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Feed prevention insights into our playbook_mapping.yml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Convert repeated advisory emails into new playbook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5: MCP Integration &amp; Custom SRE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MCP Servers extend DevOps Agent's reach into our tools: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Connect our ECS pipeline as a custom MCP tool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 can query: 'What playbooks are available for this alert?'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 can invoke: 'Execute fix_high_cpu.yml on host X'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Still passes through our guardrail engine (via MCP response)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Custom SRE Agent (future):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Define a specialized agent with OUR system prompt + tools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Runs on schedule: 'Every 6 hours, check effectiveness scores'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On-demand: 'Investigate why playbook Y keeps failing on host Z'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Accesses our DynamoDB incident history + playbook configs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Remote MCP endpoint: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Access DevOps Agent from Kiro IDE or CLI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Engineers can ask: 'What happened with incident INC-12345?'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6: Runbooks &amp; Release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Runbooks in DevOps Agent: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Guide the agent during investigations (like our playbook_mapping.yml)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But dynamic — agent decides which runbook applies based on findings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Encode team knowledge: 'For database alerts, always check connection pool first'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Works alongside our static playbook rules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Release Management (Preview):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Release readiness code reviews for our CDK + playbook changes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Automated release testing in isolated verification environments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Catches: 'This playbook change breaks remediation for HighMemory alerts'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Validates CDK changes don't break the self-healing pipeline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On-Demand SRE Tasks: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Natural language queries: 'Show all P1 incidents this week'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'Why did last 3 remediations for DiskFull on host X fail?'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Complements our email-only operator 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Implementation Plan — 4 Phases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1: Agent Space Setup &amp; Investigation (Weeks 1-3)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Goal: DevOps Agent investigates novel alerts, sends enriched advisory emails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Tasks: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Create Agent Space via CDK (new Aiops-{env}-DevOpsAgent stack)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Associate AWS accounts (monitoring account + service accounts)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IAM role: DevOpsAgentRole with read access to CloudWatch, Logs, EC2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Configure runbooks from our existing runbooks/ directory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Wire _send_ai_advisory_email() to trigger DevOps Agent investigation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 returns RCA → replace generic AI advisory with Agent findings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Integration point: src/app.py → _send_ai_advisory_email()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Current: Calls AIReasoningAgent.reason() → generic steps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New: Calls DevOps Agent API → topology-aware investigation results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Rollback: Feature flag /aiops/{env}/use-devops-agent (SSM parameter)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2: Topology &amp; Enrichment (Weeks 4-5)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Goal: Replace static asset inventory with live topology data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Tasks: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Enable auto-discovery for all AIOps-managed accounts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Map DevOps Agent topology to our Enricher interface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Create adapter: TopologyEnricher (calls Agent Space topology API)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Dual-mode: try topology first, fall back to asset_inventory.yml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Feed topology into BlastRadiusClassifier (real dependency graph)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Update AlertCorrelator to use topology relationships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Benefits: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No more stale asset_inventory.yml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Blast radius assessment based on actual dependency graph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Cross-service correlation (topology-aware, not just label matching)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Zero downtime: Adapter pattern, old path remains as fallback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3: MCP Tools &amp; Bidirectional Integration (Weeks 6-8)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Goal: DevOps Agent can call our execution tools; our pipeline can query Agent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MCP Server (our pipeline exposed TO DevOps Agent):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Tool: list_playbooks → returns available playbooks for alert type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Tool: check_guardrails → evaluates action through 7-layer engine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Tool: execute_remediation → triggers approved playbook execution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Tool: get_incident_history → queries DynamoDB incident store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Hosted on ECS (same cluster) or as Lambda behind API Gateway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MCP Client (our pipeline calling DevOps Agent):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Query: investigate_incident → full autonomous investigation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Query: get_topology → live resource dependency map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Query: get_recommendations → proactive improvement suggestions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Security: MCP server behind VPC, DevOps Agent accesses via private connection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4: Autonomous Execution &amp; Prevention (Weeks 9-12)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Goal: DevOps Agent can trigger approved remediations autonomously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Autonomous execution (with safety):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 investigates → produces mitigation plan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Plan routed through our GuardrailEngine.evaluate()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LOW risk: auto-execute (no human approval needed)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MEDIUM risk: email approval (existing workflow)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HIGH/CRITICAL: always requires human approval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All executions pass through fleet circuit breaker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Proactive prevention loop: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 surfaces improvement recommendations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Auto-create CloudWatch alarms for identified gaps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Auto-generate playbook rules from repeated advisory patterns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Convert 'AI Mode' alerts into 'Rule Mode' alerts over time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Custom SRE Agent: Scheduled health checks + trend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Timeline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1 (Weeks 1-3): Investigation Integration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Milestone: Novel alerts get DevOps Agent RCA in advisory emails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Success metric: RCA quality score &gt; current AI advisory (A/B test)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2 (Weeks 4-5): Topology Enrichment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Milestone: Asset inventory auto-refreshed from topology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Success metric: Zero stale-inventory incidents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3 (Weeks 6-8): MCP Bidirectional Integration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Milestone: DevOps Agent can query and execute via our tools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Success metric: Agent uses guardrails for all execution requests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4 (Weeks 9-12): Autonomous Execution + Prevention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Milestone: LOW risk actions auto-execute without human approval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Success metric: 50% reduction in advisory-only emails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Risks &amp; Mitigation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Risks &amp; Mitigation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D6"/>
                </a:solidFill>
              </a:defRPr>
            </a:pPr>
            <a: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Latency: DevOps Agent investigation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takes 30-120s (vs. 5s for Bedrock call)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Cost: $0.498/agent-minute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(~$15-60/investigation)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Availability: If DevOps Agent is down,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novel alerts get no AI analysis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Data access: Agent needs IAM role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with read access to CloudWatch/Logs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Vendor dependency: DevOps Agent is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a managed service with limited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Rule-based path unchanged (fast)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DevOps Agent only for novel alerts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Only triggered for unmatched alerts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(~30% of total, not all traffic)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Fallback: existing AIReasoningAgent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remains as degraded-mode backup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Least-privilege IAM role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Read-only, scoped to AIOps resources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Feature flag: instant disable via SSM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  parameter without code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Cost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Current AI costs (Bedrock model routing):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~$0.0003-$0.003 per alert analysis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~$50-100/month for typical alert volume (1000 alerts/month)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DevOps Agent costs (additional, not replacement):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$0.498/agent-minute (investigation time)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Novel alerts only: ~300/month × 2-min avg = 600 agent-minutes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Estimated: ~$300/month additional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AWS Support plan credit offsets most/all of this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ROI justification: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Reduces manual investigation time for novel alerts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Current: engineer spends 30-90 min investigating manually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With Agent: investigation in 2-5 min, engineer reviews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At $100/hr engineer cost: saves ~$5,000-15,000/month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Stays vs. 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D6"/>
                </a:solidFill>
              </a:defRPr>
            </a:pPr>
            <a:r>
              <a:t>Unchanged (Our Strengths)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Rule-based pipeline (fast, proven)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7-layer guardrail engine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Fleet + per-host circuit breakers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Ansible/SSM execution layer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Email approval workflow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Storm detection + inhibition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Cost-optimized model routing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DynamoDB incident memory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CI/CD pipeline + CDK IaC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All 12 YAML config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New / Enhanced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Novel alert investigation (DevOps Agent)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Live topology (replaces static YAML)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Learned investigation skills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Proactive prevention recommendations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MCP tools (bidirectional)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Custom SRE Agent (scheduled tasks)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Richer advisory emails (topology-aware RCA)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On-demand chat interface for operators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Cross-account visibility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Release readiness validation (future)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Infrastructure Changes — New CDK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New stack: Aiops-{env}-DevOpsAgent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Agent Space resource (CloudFormation: AWS::DevOpsAgent::AgentSpace)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IAM Role: DevOpsAgentRole-{env} (read-only CloudWatch, Logs, EC2)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Account Association (links AWS account to Agent Space)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Operator App (web UI for ops team)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Existing stack changes: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ComputeStack: Add devopsagent:* permissions to ECS task role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ComputeStack: New SSM param /aiops/{env}/use-devops-agent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ComputeStack: New SSM param /aiops/{env}/devops-agent-space-id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DataStack: No changes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NetworkStack: No changes (Agent is a managed service, not in VPC)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Deploy order: existing stacks first, DevOpsAgent stack last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Rollback: Delete DevOpsAgent stack, flip feature flag to 'false'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1 KPIs: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RCA quality: A/B test Agent RCA vs. current AIReasoningAgent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Investigation time: &lt; 3 minutes for 90% of novel alerts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Fallback rate: &lt; 5% failures requiring fallback to old path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2 KPIs: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Topology freshness: &lt; 5 min lag for resource discovery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Enrichment accuracy: 100% of active hosts found in topology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3 KPIs: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MCP tool availability: 99.9% uptime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Guardrail pass-through: 100% of Agent executions checked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Phase 4 KPIs: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Auto-execution rate: 30% of novel alerts fully autonomous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Advisory-to-playbook conversion: 10 new rules/quarter from prevention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MTTR reduction: 50% for novel alerts (from 60 min to 30 min)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 — The Best of Both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KEEP: Fast, safe, battle-tested rule-based pipeline for known issues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ADD: AWS DevOps Agent for autonomous investigation of novel/complex alerts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Integration philosophy: 'Second opinion, not replacement'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DevOps Agent handles investigation (the BRAIN)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Our pipeline handles execution (the HANDS)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Guardrails ensure safety regardless of who initiates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End state: Self-improving loop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Novel alert → DevOps Agent investigates → produces playbook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Playbook added to rules → next time it's a 'known issue'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System gets smarter: fewer novel alerts over time</a:t>
            </a:r>
          </a:p>
          <a:p>
            <a:pPr lvl="1">
              <a:spcBef>
                <a:spcPts val="400"/>
              </a:spcBef>
              <a:defRPr sz="1600">
                <a:solidFill>
                  <a:srgbClr val="7F8C8D"/>
                </a:solidFill>
              </a:defRPr>
            </a:pPr>
            <a:r>
              <a:t>Prevention recommendations reduce total alert volume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Timeline: 12 weeks to full integration, value from Week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Next Phase: AWS DevOps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96D6"/>
                </a:solidFill>
              </a:defRPr>
            </a:pPr>
            <a:r>
              <a:t>Autonomous Investigation for Novel Alerts</a:t>
            </a:r>
            <a:br/>
            <a:r>
              <a:t>Preserving Safety | Improving Over Time | Reducing MTTR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